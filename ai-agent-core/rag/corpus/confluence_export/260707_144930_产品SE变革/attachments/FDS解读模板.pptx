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72" r:id="rId3"/>
    <p:sldId id="7080" r:id="rId4"/>
    <p:sldId id="7081" r:id="rId5"/>
    <p:sldId id="7082" r:id="rId6"/>
    <p:sldId id="7083" r:id="rId7"/>
    <p:sldId id="7084" r:id="rId8"/>
    <p:sldId id="7085" r:id="rId9"/>
    <p:sldId id="7088" r:id="rId10"/>
    <p:sldId id="7086" r:id="rId11"/>
    <p:sldId id="7062" r:id="rId12"/>
  </p:sldIdLst>
  <p:sldSz cx="12192000" cy="6858000"/>
  <p:notesSz cx="7104063" cy="10234613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orient="horz" pos="3170">
          <p15:clr>
            <a:srgbClr val="A4A3A4"/>
          </p15:clr>
        </p15:guide>
        <p15:guide id="3" orient="horz" pos="718">
          <p15:clr>
            <a:srgbClr val="A4A3A4"/>
          </p15:clr>
        </p15:guide>
        <p15:guide id="4" orient="horz" pos="3924">
          <p15:clr>
            <a:srgbClr val="A4A3A4"/>
          </p15:clr>
        </p15:guide>
        <p15:guide id="5" orient="horz" pos="3654">
          <p15:clr>
            <a:srgbClr val="A4A3A4"/>
          </p15:clr>
        </p15:guide>
        <p15:guide id="6" pos="3302">
          <p15:clr>
            <a:srgbClr val="A4A3A4"/>
          </p15:clr>
        </p15:guide>
        <p15:guide id="7" pos="143">
          <p15:clr>
            <a:srgbClr val="A4A3A4"/>
          </p15:clr>
        </p15:guide>
        <p15:guide id="8" pos="7508">
          <p15:clr>
            <a:srgbClr val="A4A3A4"/>
          </p15:clr>
        </p15:guide>
        <p15:guide id="9" pos="3924">
          <p15:clr>
            <a:srgbClr val="A4A3A4"/>
          </p15:clr>
        </p15:guide>
        <p15:guide id="10" pos="3660">
          <p15:clr>
            <a:srgbClr val="A4A3A4"/>
          </p15:clr>
        </p15:guide>
        <p15:guide id="11" pos="55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田园" initials="田园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FDF"/>
    <a:srgbClr val="CC99FF"/>
    <a:srgbClr val="E5D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87" autoAdjust="0"/>
    <p:restoredTop sz="94660"/>
  </p:normalViewPr>
  <p:slideViewPr>
    <p:cSldViewPr snapToGrid="0" showGuides="1">
      <p:cViewPr varScale="1">
        <p:scale>
          <a:sx n="126" d="100"/>
          <a:sy n="126" d="100"/>
        </p:scale>
        <p:origin x="658" y="96"/>
      </p:cViewPr>
      <p:guideLst>
        <p:guide orient="horz" pos="2154"/>
        <p:guide orient="horz" pos="3170"/>
        <p:guide orient="horz" pos="718"/>
        <p:guide orient="horz" pos="3924"/>
        <p:guide orient="horz" pos="3654"/>
        <p:guide pos="3302"/>
        <p:guide pos="143"/>
        <p:guide pos="7508"/>
        <p:guide pos="3924"/>
        <p:guide pos="3660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39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0358" y="1279525"/>
            <a:ext cx="614176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66390E-BA5C-8649-81C2-3ACA734A330F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形"/>
          <p:cNvSpPr/>
          <p:nvPr userDrawn="1"/>
        </p:nvSpPr>
        <p:spPr>
          <a:xfrm>
            <a:off x="321997" y="1248662"/>
            <a:ext cx="4900089" cy="4967307"/>
          </a:xfrm>
          <a:prstGeom prst="ellipse">
            <a:avLst/>
          </a:prstGeom>
          <a:blipFill>
            <a:blip r:embed="rId2"/>
            <a:srcRect/>
            <a:stretch>
              <a:fillRect l="-27358" t="-13404" r="-524" b="-4060"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 Medium"/>
            </a:endParaRPr>
          </a:p>
        </p:txBody>
      </p:sp>
      <p:sp>
        <p:nvSpPr>
          <p:cNvPr id="15366" name="圆形"/>
          <p:cNvSpPr/>
          <p:nvPr userDrawn="1"/>
        </p:nvSpPr>
        <p:spPr>
          <a:xfrm>
            <a:off x="3623032" y="2495550"/>
            <a:ext cx="3008609" cy="3048000"/>
          </a:xfrm>
          <a:prstGeom prst="ellipse">
            <a:avLst/>
          </a:prstGeom>
          <a:solidFill>
            <a:srgbClr val="DC3E33">
              <a:alpha val="59999"/>
            </a:srgbClr>
          </a:solidFill>
          <a:ln w="12700">
            <a:noFill/>
          </a:ln>
        </p:spPr>
        <p:txBody>
          <a:bodyPr lIns="0" tIns="0" rIns="0" bIns="0" anchor="ctr"/>
          <a:lstStyle/>
          <a:p>
            <a:pPr lvl="0" eaLnBrk="1" hangingPunct="1"/>
            <a:endParaRPr lang="zh-CN" altLang="zh-CN" sz="1600">
              <a:solidFill>
                <a:srgbClr val="8497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367" name="图片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223" y="254000"/>
            <a:ext cx="1830567" cy="858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42305" y="1393825"/>
            <a:ext cx="5528945" cy="832485"/>
          </a:xfrm>
        </p:spPr>
        <p:txBody>
          <a:bodyPr/>
          <a:lstStyle>
            <a:lvl1pPr algn="r">
              <a:defRPr sz="3200">
                <a:latin typeface="黑体-简" panose="02000000000000000000" charset="-122"/>
                <a:ea typeface="黑体-简" panose="02000000000000000000" charset="-122"/>
                <a:cs typeface="黑体-简" panose="02000000000000000000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17917" y="3708400"/>
            <a:ext cx="4954758" cy="622935"/>
          </a:xfrm>
        </p:spPr>
        <p:txBody>
          <a:bodyPr anchor="ctr"/>
          <a:lstStyle>
            <a:lvl1pPr marL="0" indent="0" algn="r">
              <a:buNone/>
              <a:defRPr sz="2400">
                <a:latin typeface="黑体-简" panose="02000000000000000000" charset="-122"/>
                <a:ea typeface="黑体-简" panose="02000000000000000000" charset="-122"/>
                <a:cs typeface="黑体-简" panose="02000000000000000000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noProof="1"/>
              <a:t>XX</a:t>
            </a:r>
            <a:r>
              <a:rPr lang="zh-CN" altLang="en-US" noProof="1"/>
              <a:t>部门</a:t>
            </a:r>
            <a:r>
              <a:rPr lang="en-US" altLang="zh-CN" noProof="1"/>
              <a:t>XX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eaLnBrk="1" hangingPunct="1"/>
            <a:r>
              <a:rPr lang="zh-CN" altLang="en-US">
                <a:latin typeface="黑体-简" panose="02000000000000000000" charset="-122"/>
                <a:ea typeface="黑体-简" panose="02000000000000000000" charset="-122"/>
              </a:rPr>
              <a:t>软件技术中心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ctr" eaLnBrk="1" hangingPunct="1"/>
            <a:r>
              <a:rPr lang="zh-CN" altLang="en-US">
                <a:latin typeface="黑体-简" panose="02000000000000000000" charset="-122"/>
                <a:ea typeface="黑体-简" panose="02000000000000000000" charset="-122"/>
              </a:rPr>
              <a:t>内部资料，严禁外传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7E3F6B-C00B-3048-A5DD-9B46390EEE1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线条"/>
          <p:cNvSpPr/>
          <p:nvPr userDrawn="1"/>
        </p:nvSpPr>
        <p:spPr>
          <a:xfrm flipV="1">
            <a:off x="4885690" y="1112520"/>
            <a:ext cx="6468745" cy="63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endParaRPr sz="555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图片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35598" y="66675"/>
            <a:ext cx="1914714" cy="698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83" y="273685"/>
            <a:ext cx="10516635" cy="662940"/>
          </a:xfrm>
        </p:spPr>
        <p:txBody>
          <a:bodyPr/>
          <a:lstStyle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黑体-简" panose="02000000000000000000" charset="-122"/>
                <a:ea typeface="黑体-简" panose="02000000000000000000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  <a:lvl2pPr>
              <a:defRPr>
                <a:latin typeface="黑体-简" panose="02000000000000000000" charset="-122"/>
                <a:ea typeface="黑体-简" panose="02000000000000000000" charset="-122"/>
              </a:defRPr>
            </a:lvl2pPr>
            <a:lvl3pPr>
              <a:defRPr>
                <a:latin typeface="黑体-简" panose="02000000000000000000" charset="-122"/>
                <a:ea typeface="黑体-简" panose="02000000000000000000" charset="-122"/>
              </a:defRPr>
            </a:lvl3pPr>
            <a:lvl4pPr>
              <a:defRPr>
                <a:latin typeface="黑体-简" panose="02000000000000000000" charset="-122"/>
                <a:ea typeface="黑体-简" panose="02000000000000000000" charset="-122"/>
              </a:defRPr>
            </a:lvl4pPr>
            <a:lvl5pPr>
              <a:defRPr>
                <a:latin typeface="黑体-简" panose="02000000000000000000" charset="-122"/>
                <a:ea typeface="黑体-简" panose="02000000000000000000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eaLnBrk="1" hangingPunct="1"/>
            <a:r>
              <a:rPr lang="zh-CN" altLang="en-US">
                <a:latin typeface="黑体-简" panose="02000000000000000000" charset="-122"/>
                <a:ea typeface="黑体-简" panose="02000000000000000000" charset="-122"/>
              </a:rPr>
              <a:t>软件技术中心</a:t>
            </a: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ctr" eaLnBrk="1" hangingPunct="1"/>
            <a:r>
              <a:rPr lang="zh-CN" altLang="en-US">
                <a:latin typeface="黑体-简" panose="02000000000000000000" charset="-122"/>
                <a:ea typeface="黑体-简" panose="02000000000000000000" charset="-122"/>
              </a:rPr>
              <a:t>内部资料，严禁外传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703A4-BC08-A947-9E37-FF494120BE6B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" name="直接连接符 2"/>
          <p:cNvCxnSpPr/>
          <p:nvPr userDrawn="1"/>
        </p:nvCxnSpPr>
        <p:spPr>
          <a:xfrm flipV="1">
            <a:off x="610930" y="902335"/>
            <a:ext cx="11294587" cy="3429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olid"/>
          </a:ln>
        </p:spPr>
      </p:cxn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图片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35598" y="66675"/>
            <a:ext cx="1914714" cy="698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1709738"/>
            <a:ext cx="1051663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4589463"/>
            <a:ext cx="1051663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3698A3-7492-D648-B715-D8DBA2CC8793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日期占位符 6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eaLnBrk="1" hangingPunct="1"/>
            <a:r>
              <a:rPr lang="zh-CN" altLang="en-US">
                <a:latin typeface="黑体-简" panose="02000000000000000000" charset="-122"/>
                <a:ea typeface="黑体-简" panose="02000000000000000000" charset="-122"/>
              </a:rPr>
              <a:t>软件技术中心</a:t>
            </a:r>
          </a:p>
        </p:txBody>
      </p:sp>
      <p:sp>
        <p:nvSpPr>
          <p:cNvPr id="13" name="页脚占位符 7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ctr" eaLnBrk="1" hangingPunct="1"/>
            <a:r>
              <a:rPr lang="zh-CN" altLang="en-US">
                <a:latin typeface="黑体-简" panose="02000000000000000000" charset="-122"/>
                <a:ea typeface="黑体-简" panose="02000000000000000000" charset="-122"/>
              </a:rPr>
              <a:t>内部资料，严禁外传</a:t>
            </a:r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图片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35598" y="66675"/>
            <a:ext cx="1914714" cy="698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1825625"/>
            <a:ext cx="5182110" cy="4351338"/>
          </a:xfrm>
        </p:spPr>
        <p:txBody>
          <a:bodyPr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  <a:lvl2pPr>
              <a:defRPr>
                <a:latin typeface="黑体-简" panose="02000000000000000000" charset="-122"/>
                <a:ea typeface="黑体-简" panose="02000000000000000000" charset="-122"/>
              </a:defRPr>
            </a:lvl2pPr>
            <a:lvl3pPr>
              <a:defRPr>
                <a:latin typeface="黑体-简" panose="02000000000000000000" charset="-122"/>
                <a:ea typeface="黑体-简" panose="02000000000000000000" charset="-122"/>
              </a:defRPr>
            </a:lvl3pPr>
            <a:lvl4pPr>
              <a:defRPr>
                <a:latin typeface="黑体-简" panose="02000000000000000000" charset="-122"/>
                <a:ea typeface="黑体-简" panose="02000000000000000000" charset="-122"/>
              </a:defRPr>
            </a:lvl4pPr>
            <a:lvl5pPr>
              <a:defRPr>
                <a:latin typeface="黑体-简" panose="02000000000000000000" charset="-122"/>
                <a:ea typeface="黑体-简" panose="02000000000000000000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1825625"/>
            <a:ext cx="5182110" cy="4351338"/>
          </a:xfrm>
        </p:spPr>
        <p:txBody>
          <a:bodyPr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  <a:lvl2pPr>
              <a:defRPr>
                <a:latin typeface="黑体-简" panose="02000000000000000000" charset="-122"/>
                <a:ea typeface="黑体-简" panose="02000000000000000000" charset="-122"/>
              </a:defRPr>
            </a:lvl2pPr>
            <a:lvl3pPr>
              <a:defRPr>
                <a:latin typeface="黑体-简" panose="02000000000000000000" charset="-122"/>
                <a:ea typeface="黑体-简" panose="02000000000000000000" charset="-122"/>
              </a:defRPr>
            </a:lvl3pPr>
            <a:lvl4pPr>
              <a:defRPr>
                <a:latin typeface="黑体-简" panose="02000000000000000000" charset="-122"/>
                <a:ea typeface="黑体-简" panose="02000000000000000000" charset="-122"/>
              </a:defRPr>
            </a:lvl4pPr>
            <a:lvl5pPr>
              <a:defRPr>
                <a:latin typeface="黑体-简" panose="02000000000000000000" charset="-122"/>
                <a:ea typeface="黑体-简" panose="02000000000000000000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9555CF-994D-574D-A183-711764B7E7D3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日期占位符 7"/>
          <p:cNvSpPr>
            <a:spLocks noGrp="1"/>
          </p:cNvSpPr>
          <p:nvPr>
            <p:ph type="dt" sz="half" idx="1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</a:lstStyle>
          <a:p>
            <a:pPr eaLnBrk="1" hangingPunct="1"/>
            <a:r>
              <a:rPr lang="zh-CN" altLang="en-US"/>
              <a:t>软件技术中心</a:t>
            </a:r>
          </a:p>
        </p:txBody>
      </p:sp>
      <p:sp>
        <p:nvSpPr>
          <p:cNvPr id="13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</a:lstStyle>
          <a:p>
            <a:pPr algn="ctr" eaLnBrk="1" hangingPunct="1"/>
            <a:r>
              <a:rPr lang="zh-CN" altLang="en-US"/>
              <a:t>内部资料，严禁外传</a:t>
            </a:r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图片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35598" y="66675"/>
            <a:ext cx="1914714" cy="698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65125"/>
            <a:ext cx="10516635" cy="1325563"/>
          </a:xfrm>
        </p:spPr>
        <p:txBody>
          <a:bodyPr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91" y="1778438"/>
            <a:ext cx="4874054" cy="823912"/>
          </a:xfrm>
        </p:spPr>
        <p:txBody>
          <a:bodyPr anchor="ctr"/>
          <a:lstStyle>
            <a:lvl1pPr marL="0" indent="0">
              <a:buNone/>
              <a:defRPr sz="2800">
                <a:latin typeface="黑体-简" panose="02000000000000000000" charset="-122"/>
                <a:ea typeface="黑体-简" panose="02000000000000000000" charset="-122"/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91" y="2665379"/>
            <a:ext cx="4874054" cy="3524284"/>
          </a:xfrm>
        </p:spPr>
        <p:txBody>
          <a:bodyPr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  <a:lvl2pPr>
              <a:defRPr>
                <a:latin typeface="黑体-简" panose="02000000000000000000" charset="-122"/>
                <a:ea typeface="黑体-简" panose="02000000000000000000" charset="-122"/>
              </a:defRPr>
            </a:lvl2pPr>
            <a:lvl3pPr>
              <a:defRPr>
                <a:latin typeface="黑体-简" panose="02000000000000000000" charset="-122"/>
                <a:ea typeface="黑体-简" panose="02000000000000000000" charset="-122"/>
              </a:defRPr>
            </a:lvl3pPr>
            <a:lvl4pPr>
              <a:defRPr>
                <a:latin typeface="黑体-简" panose="02000000000000000000" charset="-122"/>
                <a:ea typeface="黑体-简" panose="02000000000000000000" charset="-122"/>
              </a:defRPr>
            </a:lvl4pPr>
            <a:lvl5pPr>
              <a:defRPr>
                <a:latin typeface="黑体-简" panose="02000000000000000000" charset="-122"/>
                <a:ea typeface="黑体-简" panose="02000000000000000000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54" y="1778438"/>
            <a:ext cx="4898058" cy="823912"/>
          </a:xfrm>
        </p:spPr>
        <p:txBody>
          <a:bodyPr anchor="ctr"/>
          <a:lstStyle>
            <a:lvl1pPr marL="0" indent="0">
              <a:buNone/>
              <a:defRPr sz="2800">
                <a:latin typeface="黑体-简" panose="02000000000000000000" charset="-122"/>
                <a:ea typeface="黑体-简" panose="02000000000000000000" charset="-122"/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54" y="2665379"/>
            <a:ext cx="4898058" cy="3524284"/>
          </a:xfrm>
        </p:spPr>
        <p:txBody>
          <a:bodyPr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  <a:lvl2pPr>
              <a:defRPr>
                <a:latin typeface="黑体-简" panose="02000000000000000000" charset="-122"/>
                <a:ea typeface="黑体-简" panose="02000000000000000000" charset="-122"/>
              </a:defRPr>
            </a:lvl2pPr>
            <a:lvl3pPr>
              <a:defRPr>
                <a:latin typeface="黑体-简" panose="02000000000000000000" charset="-122"/>
                <a:ea typeface="黑体-简" panose="02000000000000000000" charset="-122"/>
              </a:defRPr>
            </a:lvl3pPr>
            <a:lvl4pPr>
              <a:defRPr>
                <a:latin typeface="黑体-简" panose="02000000000000000000" charset="-122"/>
                <a:ea typeface="黑体-简" panose="02000000000000000000" charset="-122"/>
              </a:defRPr>
            </a:lvl4pPr>
            <a:lvl5pPr>
              <a:defRPr>
                <a:latin typeface="黑体-简" panose="02000000000000000000" charset="-122"/>
                <a:ea typeface="黑体-简" panose="02000000000000000000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73E8FD-93B2-4642-A764-E146B2E22FA8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日期占位符 9"/>
          <p:cNvSpPr>
            <a:spLocks noGrp="1"/>
          </p:cNvSpPr>
          <p:nvPr>
            <p:ph type="dt" sz="half" idx="1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</a:lstStyle>
          <a:p>
            <a:pPr eaLnBrk="1" hangingPunct="1"/>
            <a:r>
              <a:rPr lang="zh-CN" altLang="en-US"/>
              <a:t>软件技术中心</a:t>
            </a:r>
          </a:p>
        </p:txBody>
      </p:sp>
      <p:sp>
        <p:nvSpPr>
          <p:cNvPr id="13" name="页脚占位符 10"/>
          <p:cNvSpPr>
            <a:spLocks noGrp="1"/>
          </p:cNvSpPr>
          <p:nvPr>
            <p:ph type="ftr" sz="quarter" idx="1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latin typeface="黑体-简" panose="02000000000000000000" charset="-122"/>
                <a:ea typeface="黑体-简" panose="02000000000000000000" charset="-122"/>
              </a:defRPr>
            </a:lvl1pPr>
          </a:lstStyle>
          <a:p>
            <a:pPr algn="ctr" eaLnBrk="1" hangingPunct="1"/>
            <a:r>
              <a:rPr lang="zh-CN" altLang="en-US"/>
              <a:t>内部资料，严禁外传</a:t>
            </a:r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7718" y="2814638"/>
            <a:ext cx="3240407" cy="1303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4" name="image4.png" descr="image1.png"/>
          <p:cNvPicPr>
            <a:picLocks noChangeAspect="1"/>
          </p:cNvPicPr>
          <p:nvPr userDrawn="1"/>
        </p:nvPicPr>
        <p:blipFill>
          <a:blip r:embed="rId3"/>
          <a:srcRect l="47664"/>
          <a:stretch>
            <a:fillRect/>
          </a:stretch>
        </p:blipFill>
        <p:spPr>
          <a:xfrm>
            <a:off x="21134881" y="0"/>
            <a:ext cx="1236785" cy="692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圆形"/>
          <p:cNvSpPr/>
          <p:nvPr/>
        </p:nvSpPr>
        <p:spPr>
          <a:xfrm>
            <a:off x="3596553" y="1476304"/>
            <a:ext cx="3905717" cy="3905390"/>
          </a:xfrm>
          <a:prstGeom prst="ellipse">
            <a:avLst/>
          </a:prstGeom>
          <a:blipFill>
            <a:blip r:embed="rId4"/>
            <a:srcRect/>
            <a:stretch>
              <a:fillRect l="-3703" r="-2547"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74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ZLanTingHei-M-GBK" charset="-122"/>
              <a:ea typeface="FZLanTingHei-M-GBK" charset="-122"/>
              <a:cs typeface="FZLanTingHei-M-GBK" charset="-122"/>
              <a:sym typeface="Helvetica Neue Medium"/>
            </a:endParaRPr>
          </a:p>
        </p:txBody>
      </p:sp>
      <p:sp>
        <p:nvSpPr>
          <p:cNvPr id="11" name="圆形"/>
          <p:cNvSpPr/>
          <p:nvPr/>
        </p:nvSpPr>
        <p:spPr>
          <a:xfrm>
            <a:off x="2278287" y="2274888"/>
            <a:ext cx="2870483" cy="2868613"/>
          </a:xfrm>
          <a:prstGeom prst="ellipse">
            <a:avLst/>
          </a:prstGeom>
          <a:solidFill>
            <a:srgbClr val="DC3E33">
              <a:alpha val="60000"/>
            </a:srgbClr>
          </a:solidFill>
          <a:ln w="28575">
            <a:noFill/>
            <a:miter lim="400000"/>
          </a:ln>
        </p:spPr>
        <p:txBody>
          <a:bodyPr wrap="non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740" b="0" i="0" u="none" strike="noStrike" kern="1200" cap="none" spc="0" normalizeH="0" baseline="0" noProof="1">
              <a:ln>
                <a:noFill/>
              </a:ln>
              <a:solidFill>
                <a:srgbClr val="E60002"/>
              </a:solidFill>
              <a:effectLst/>
              <a:uLnTx/>
              <a:uFillTx/>
              <a:latin typeface="FZLanTingHei-M-GBK" charset="-122"/>
              <a:ea typeface="FZLanTingHei-M-GBK" charset="-122"/>
              <a:cs typeface="FZLanTingHei-M-GBK" charset="-122"/>
              <a:sym typeface="Helvetica Neue Medium"/>
            </a:endParaRPr>
          </a:p>
        </p:txBody>
      </p:sp>
      <p:cxnSp>
        <p:nvCxnSpPr>
          <p:cNvPr id="12" name="直线连接符 11"/>
          <p:cNvCxnSpPr/>
          <p:nvPr/>
        </p:nvCxnSpPr>
        <p:spPr>
          <a:xfrm>
            <a:off x="7860487" y="3611563"/>
            <a:ext cx="20845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0" name="图片 1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30925" y="209550"/>
            <a:ext cx="1325693" cy="622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BDC348-436D-A443-8D96-BADDA22E0B96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eaLnBrk="1" hangingPunct="1"/>
            <a:r>
              <a:rPr lang="zh-CN" altLang="en-US">
                <a:latin typeface="黑体-简" panose="02000000000000000000" charset="-122"/>
                <a:ea typeface="黑体-简" panose="02000000000000000000" charset="-122"/>
              </a:rPr>
              <a:t>软件技术中心</a:t>
            </a:r>
          </a:p>
        </p:txBody>
      </p:sp>
      <p:sp>
        <p:nvSpPr>
          <p:cNvPr id="16" name="页脚占位符 10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ctr" eaLnBrk="1" hangingPunct="1"/>
            <a:r>
              <a:rPr lang="zh-CN" altLang="en-US">
                <a:latin typeface="黑体-简" panose="02000000000000000000" charset="-122"/>
                <a:ea typeface="黑体-简" panose="02000000000000000000" charset="-122"/>
              </a:rPr>
              <a:t>内部资料，严禁外传</a:t>
            </a:r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Calibri" panose="020F0502020204030204" charset="0"/>
              </a:rPr>
              <a:t>软件技术中心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Calibri" panose="020F0502020204030204" charset="0"/>
              </a:rPr>
              <a:t>内部资料，严禁外传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7E3F6B-C00B-3048-A5DD-9B46390EEE1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xiongmao44b2a92bfc-0"/>
          <p:cNvGrpSpPr/>
          <p:nvPr userDrawn="1">
            <p:custDataLst>
              <p:tags r:id="rId1"/>
            </p:custDataLst>
          </p:nvPr>
        </p:nvGrpSpPr>
        <p:grpSpPr>
          <a:xfrm>
            <a:off x="10247002" y="251889"/>
            <a:ext cx="1687664" cy="438883"/>
            <a:chOff x="-53" y="-51"/>
            <a:chExt cx="1022403" cy="265893"/>
          </a:xfrm>
          <a:solidFill>
            <a:srgbClr val="D8251E"/>
          </a:solidFill>
        </p:grpSpPr>
        <p:sp>
          <p:nvSpPr>
            <p:cNvPr id="6" name="PA_ImportSvg_636808962097655719"/>
            <p:cNvSpPr/>
            <p:nvPr>
              <p:custDataLst>
                <p:tags r:id="rId2"/>
              </p:custDataLst>
            </p:nvPr>
          </p:nvSpPr>
          <p:spPr>
            <a:xfrm>
              <a:off x="721584" y="-51"/>
              <a:ext cx="265841" cy="265893"/>
            </a:xfrm>
            <a:custGeom>
              <a:avLst/>
              <a:gdLst/>
              <a:ahLst/>
              <a:cxnLst/>
              <a:rect l="l" t="t" r="r" b="b"/>
              <a:pathLst>
                <a:path w="265841" h="265893">
                  <a:moveTo>
                    <a:pt x="138079" y="50"/>
                  </a:moveTo>
                  <a:cubicBezTo>
                    <a:pt x="86341" y="-1"/>
                    <a:pt x="39669" y="31125"/>
                    <a:pt x="19834" y="78910"/>
                  </a:cubicBezTo>
                  <a:cubicBezTo>
                    <a:pt x="0" y="126695"/>
                    <a:pt x="10910" y="181723"/>
                    <a:pt x="47476" y="218325"/>
                  </a:cubicBezTo>
                  <a:cubicBezTo>
                    <a:pt x="84042" y="254928"/>
                    <a:pt x="139059" y="265892"/>
                    <a:pt x="186864" y="246105"/>
                  </a:cubicBezTo>
                  <a:cubicBezTo>
                    <a:pt x="234668" y="226318"/>
                    <a:pt x="265841" y="179677"/>
                    <a:pt x="265841" y="127939"/>
                  </a:cubicBezTo>
                  <a:cubicBezTo>
                    <a:pt x="265841" y="57357"/>
                    <a:pt x="208661" y="120"/>
                    <a:pt x="138079" y="50"/>
                  </a:cubicBezTo>
                  <a:close/>
                  <a:moveTo>
                    <a:pt x="226217" y="86537"/>
                  </a:moveTo>
                  <a:cubicBezTo>
                    <a:pt x="226235" y="86833"/>
                    <a:pt x="226235" y="87130"/>
                    <a:pt x="226217" y="87426"/>
                  </a:cubicBezTo>
                  <a:lnTo>
                    <a:pt x="226217" y="88188"/>
                  </a:lnTo>
                  <a:lnTo>
                    <a:pt x="226217" y="88950"/>
                  </a:lnTo>
                  <a:lnTo>
                    <a:pt x="226217" y="89712"/>
                  </a:lnTo>
                  <a:lnTo>
                    <a:pt x="226217" y="89712"/>
                  </a:lnTo>
                  <a:lnTo>
                    <a:pt x="173766" y="194233"/>
                  </a:lnTo>
                  <a:cubicBezTo>
                    <a:pt x="173024" y="196104"/>
                    <a:pt x="171624" y="197640"/>
                    <a:pt x="169829" y="198551"/>
                  </a:cubicBezTo>
                  <a:lnTo>
                    <a:pt x="168813" y="198551"/>
                  </a:lnTo>
                  <a:lnTo>
                    <a:pt x="168813" y="198551"/>
                  </a:lnTo>
                  <a:lnTo>
                    <a:pt x="167670" y="198551"/>
                  </a:lnTo>
                  <a:lnTo>
                    <a:pt x="163606" y="198551"/>
                  </a:lnTo>
                  <a:lnTo>
                    <a:pt x="162336" y="198551"/>
                  </a:lnTo>
                  <a:lnTo>
                    <a:pt x="162336" y="198551"/>
                  </a:lnTo>
                  <a:lnTo>
                    <a:pt x="161193" y="198551"/>
                  </a:lnTo>
                  <a:cubicBezTo>
                    <a:pt x="159327" y="197634"/>
                    <a:pt x="157876" y="196047"/>
                    <a:pt x="157129" y="194106"/>
                  </a:cubicBezTo>
                  <a:lnTo>
                    <a:pt x="140492" y="161340"/>
                  </a:lnTo>
                  <a:lnTo>
                    <a:pt x="149890" y="142544"/>
                  </a:lnTo>
                  <a:lnTo>
                    <a:pt x="163479" y="169722"/>
                  </a:lnTo>
                  <a:cubicBezTo>
                    <a:pt x="163479" y="169722"/>
                    <a:pt x="165003" y="172770"/>
                    <a:pt x="166527" y="169722"/>
                  </a:cubicBezTo>
                  <a:lnTo>
                    <a:pt x="202595" y="97840"/>
                  </a:lnTo>
                  <a:cubicBezTo>
                    <a:pt x="202595" y="97840"/>
                    <a:pt x="204119" y="94792"/>
                    <a:pt x="200690" y="94792"/>
                  </a:cubicBezTo>
                  <a:lnTo>
                    <a:pt x="172496" y="94792"/>
                  </a:lnTo>
                  <a:cubicBezTo>
                    <a:pt x="170436" y="94904"/>
                    <a:pt x="168572" y="96051"/>
                    <a:pt x="167543" y="97840"/>
                  </a:cubicBezTo>
                  <a:lnTo>
                    <a:pt x="153700" y="125399"/>
                  </a:lnTo>
                  <a:lnTo>
                    <a:pt x="153700" y="125399"/>
                  </a:lnTo>
                  <a:lnTo>
                    <a:pt x="138079" y="156641"/>
                  </a:lnTo>
                  <a:lnTo>
                    <a:pt x="138079" y="156641"/>
                  </a:lnTo>
                  <a:lnTo>
                    <a:pt x="118902" y="194741"/>
                  </a:lnTo>
                  <a:cubicBezTo>
                    <a:pt x="118160" y="196612"/>
                    <a:pt x="116760" y="198148"/>
                    <a:pt x="114965" y="199059"/>
                  </a:cubicBezTo>
                  <a:lnTo>
                    <a:pt x="113949" y="199059"/>
                  </a:lnTo>
                  <a:lnTo>
                    <a:pt x="113949" y="199059"/>
                  </a:lnTo>
                  <a:lnTo>
                    <a:pt x="112933" y="199059"/>
                  </a:lnTo>
                  <a:lnTo>
                    <a:pt x="110139" y="199059"/>
                  </a:lnTo>
                  <a:lnTo>
                    <a:pt x="108869" y="199059"/>
                  </a:lnTo>
                  <a:lnTo>
                    <a:pt x="108869" y="199059"/>
                  </a:lnTo>
                  <a:lnTo>
                    <a:pt x="107726" y="199059"/>
                  </a:lnTo>
                  <a:cubicBezTo>
                    <a:pt x="105915" y="198107"/>
                    <a:pt x="104515" y="196526"/>
                    <a:pt x="103789" y="194614"/>
                  </a:cubicBezTo>
                  <a:lnTo>
                    <a:pt x="50830" y="90093"/>
                  </a:lnTo>
                  <a:lnTo>
                    <a:pt x="50830" y="90093"/>
                  </a:lnTo>
                  <a:lnTo>
                    <a:pt x="50830" y="90093"/>
                  </a:lnTo>
                  <a:lnTo>
                    <a:pt x="50830" y="89331"/>
                  </a:lnTo>
                  <a:lnTo>
                    <a:pt x="50830" y="88569"/>
                  </a:lnTo>
                  <a:lnTo>
                    <a:pt x="50830" y="87426"/>
                  </a:lnTo>
                  <a:cubicBezTo>
                    <a:pt x="50811" y="87130"/>
                    <a:pt x="50811" y="86833"/>
                    <a:pt x="50830" y="86537"/>
                  </a:cubicBezTo>
                  <a:lnTo>
                    <a:pt x="50830" y="86537"/>
                  </a:lnTo>
                  <a:cubicBezTo>
                    <a:pt x="50830" y="86537"/>
                    <a:pt x="50830" y="86537"/>
                    <a:pt x="50830" y="86537"/>
                  </a:cubicBezTo>
                  <a:cubicBezTo>
                    <a:pt x="50814" y="86241"/>
                    <a:pt x="50814" y="85944"/>
                    <a:pt x="50830" y="85648"/>
                  </a:cubicBezTo>
                  <a:lnTo>
                    <a:pt x="50830" y="84124"/>
                  </a:lnTo>
                  <a:lnTo>
                    <a:pt x="50830" y="83362"/>
                  </a:lnTo>
                  <a:lnTo>
                    <a:pt x="50830" y="82600"/>
                  </a:lnTo>
                  <a:lnTo>
                    <a:pt x="50830" y="81965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2735" y="81330"/>
                  </a:lnTo>
                  <a:lnTo>
                    <a:pt x="53370" y="81330"/>
                  </a:lnTo>
                  <a:lnTo>
                    <a:pt x="111282" y="81330"/>
                  </a:lnTo>
                  <a:lnTo>
                    <a:pt x="112171" y="81330"/>
                  </a:lnTo>
                  <a:lnTo>
                    <a:pt x="112171" y="81330"/>
                  </a:lnTo>
                  <a:lnTo>
                    <a:pt x="113060" y="81330"/>
                  </a:lnTo>
                  <a:lnTo>
                    <a:pt x="113060" y="81330"/>
                  </a:lnTo>
                  <a:lnTo>
                    <a:pt x="113949" y="82092"/>
                  </a:lnTo>
                  <a:lnTo>
                    <a:pt x="113949" y="82092"/>
                  </a:lnTo>
                  <a:lnTo>
                    <a:pt x="114711" y="82981"/>
                  </a:lnTo>
                  <a:lnTo>
                    <a:pt x="114711" y="82981"/>
                  </a:lnTo>
                  <a:lnTo>
                    <a:pt x="114711" y="83616"/>
                  </a:lnTo>
                  <a:lnTo>
                    <a:pt x="114711" y="83616"/>
                  </a:lnTo>
                  <a:lnTo>
                    <a:pt x="135666" y="114350"/>
                  </a:lnTo>
                  <a:lnTo>
                    <a:pt x="126268" y="133019"/>
                  </a:lnTo>
                  <a:lnTo>
                    <a:pt x="108488" y="97713"/>
                  </a:lnTo>
                  <a:cubicBezTo>
                    <a:pt x="107550" y="96014"/>
                    <a:pt x="105845" y="94877"/>
                    <a:pt x="103916" y="94665"/>
                  </a:cubicBezTo>
                  <a:lnTo>
                    <a:pt x="75341" y="94665"/>
                  </a:lnTo>
                  <a:cubicBezTo>
                    <a:pt x="71912" y="94665"/>
                    <a:pt x="73436" y="97713"/>
                    <a:pt x="73436" y="97713"/>
                  </a:cubicBezTo>
                  <a:lnTo>
                    <a:pt x="109504" y="169595"/>
                  </a:lnTo>
                  <a:cubicBezTo>
                    <a:pt x="109504" y="169595"/>
                    <a:pt x="111028" y="172643"/>
                    <a:pt x="112552" y="169595"/>
                  </a:cubicBezTo>
                  <a:lnTo>
                    <a:pt x="127157" y="140512"/>
                  </a:lnTo>
                  <a:lnTo>
                    <a:pt x="142016" y="110032"/>
                  </a:lnTo>
                  <a:lnTo>
                    <a:pt x="155859" y="82600"/>
                  </a:lnTo>
                  <a:lnTo>
                    <a:pt x="155859" y="82600"/>
                  </a:lnTo>
                  <a:lnTo>
                    <a:pt x="155859" y="81965"/>
                  </a:lnTo>
                  <a:lnTo>
                    <a:pt x="155859" y="81965"/>
                  </a:lnTo>
                  <a:lnTo>
                    <a:pt x="156621" y="81076"/>
                  </a:lnTo>
                  <a:lnTo>
                    <a:pt x="156621" y="81076"/>
                  </a:lnTo>
                  <a:lnTo>
                    <a:pt x="157383" y="80441"/>
                  </a:lnTo>
                  <a:lnTo>
                    <a:pt x="157383" y="80441"/>
                  </a:lnTo>
                  <a:lnTo>
                    <a:pt x="158145" y="80441"/>
                  </a:lnTo>
                  <a:lnTo>
                    <a:pt x="158780" y="80441"/>
                  </a:lnTo>
                  <a:lnTo>
                    <a:pt x="159542" y="80441"/>
                  </a:lnTo>
                  <a:lnTo>
                    <a:pt x="218089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994" y="80441"/>
                  </a:lnTo>
                  <a:lnTo>
                    <a:pt x="219994" y="80441"/>
                  </a:lnTo>
                  <a:lnTo>
                    <a:pt x="220756" y="81076"/>
                  </a:lnTo>
                  <a:lnTo>
                    <a:pt x="220756" y="81076"/>
                  </a:lnTo>
                  <a:lnTo>
                    <a:pt x="220756" y="81838"/>
                  </a:lnTo>
                  <a:lnTo>
                    <a:pt x="220756" y="81838"/>
                  </a:lnTo>
                  <a:lnTo>
                    <a:pt x="220756" y="82727"/>
                  </a:lnTo>
                  <a:lnTo>
                    <a:pt x="220756" y="83362"/>
                  </a:lnTo>
                  <a:lnTo>
                    <a:pt x="220756" y="84251"/>
                  </a:lnTo>
                  <a:cubicBezTo>
                    <a:pt x="220756" y="84251"/>
                    <a:pt x="220756" y="84251"/>
                    <a:pt x="220756" y="85140"/>
                  </a:cubicBezTo>
                  <a:cubicBezTo>
                    <a:pt x="220756" y="86029"/>
                    <a:pt x="220756" y="85140"/>
                    <a:pt x="220756" y="85140"/>
                  </a:cubicBezTo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/>
            </a:p>
          </p:txBody>
        </p:sp>
        <p:sp>
          <p:nvSpPr>
            <p:cNvPr id="7" name="PA-椭圆 134"/>
            <p:cNvSpPr/>
            <p:nvPr>
              <p:custDataLst>
                <p:tags r:id="rId3"/>
              </p:custDataLst>
            </p:nvPr>
          </p:nvSpPr>
          <p:spPr>
            <a:xfrm>
              <a:off x="988822" y="223520"/>
              <a:ext cx="33528" cy="33528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-53" y="31607"/>
              <a:ext cx="694871" cy="195625"/>
              <a:chOff x="-53" y="31607"/>
              <a:chExt cx="694871" cy="195625"/>
            </a:xfrm>
            <a:grpFill/>
          </p:grpSpPr>
          <p:sp>
            <p:nvSpPr>
              <p:cNvPr id="9" name="PA-任意多边形 135"/>
              <p:cNvSpPr/>
              <p:nvPr>
                <p:custDataLst>
                  <p:tags r:id="rId4"/>
                </p:custDataLst>
              </p:nvPr>
            </p:nvSpPr>
            <p:spPr>
              <a:xfrm>
                <a:off x="490300" y="32512"/>
                <a:ext cx="204518" cy="193631"/>
              </a:xfrm>
              <a:custGeom>
                <a:avLst/>
                <a:gdLst/>
                <a:ahLst/>
                <a:cxnLst/>
                <a:rect l="0" t="0" r="0" b="0"/>
                <a:pathLst>
                  <a:path w="204518" h="193631">
                    <a:moveTo>
                      <a:pt x="204517" y="139192"/>
                    </a:moveTo>
                    <a:cubicBezTo>
                      <a:pt x="204517" y="124843"/>
                      <a:pt x="198817" y="111082"/>
                      <a:pt x="188671" y="100936"/>
                    </a:cubicBezTo>
                    <a:cubicBezTo>
                      <a:pt x="178525" y="90790"/>
                      <a:pt x="164764" y="85090"/>
                      <a:pt x="150415" y="85090"/>
                    </a:cubicBezTo>
                    <a:lnTo>
                      <a:pt x="51482" y="85090"/>
                    </a:lnTo>
                    <a:cubicBezTo>
                      <a:pt x="39914" y="85830"/>
                      <a:pt x="28894" y="80079"/>
                      <a:pt x="22886" y="70166"/>
                    </a:cubicBezTo>
                    <a:cubicBezTo>
                      <a:pt x="16878" y="60254"/>
                      <a:pt x="16878" y="47823"/>
                      <a:pt x="22886" y="37911"/>
                    </a:cubicBezTo>
                    <a:cubicBezTo>
                      <a:pt x="28894" y="27998"/>
                      <a:pt x="39914" y="22247"/>
                      <a:pt x="51482" y="22987"/>
                    </a:cubicBezTo>
                    <a:lnTo>
                      <a:pt x="186102" y="22987"/>
                    </a:lnTo>
                    <a:cubicBezTo>
                      <a:pt x="191984" y="22368"/>
                      <a:pt x="196449" y="17408"/>
                      <a:pt x="196449" y="11494"/>
                    </a:cubicBezTo>
                    <a:cubicBezTo>
                      <a:pt x="196449" y="5579"/>
                      <a:pt x="191984" y="619"/>
                      <a:pt x="186102" y="0"/>
                    </a:cubicBezTo>
                    <a:lnTo>
                      <a:pt x="51482" y="0"/>
                    </a:lnTo>
                    <a:cubicBezTo>
                      <a:pt x="22655" y="1398"/>
                      <a:pt x="0" y="25178"/>
                      <a:pt x="0" y="54039"/>
                    </a:cubicBezTo>
                    <a:cubicBezTo>
                      <a:pt x="0" y="82900"/>
                      <a:pt x="22655" y="106679"/>
                      <a:pt x="51482" y="108077"/>
                    </a:cubicBezTo>
                    <a:lnTo>
                      <a:pt x="150415" y="108077"/>
                    </a:lnTo>
                    <a:cubicBezTo>
                      <a:pt x="166794" y="109125"/>
                      <a:pt x="179543" y="122716"/>
                      <a:pt x="179543" y="139129"/>
                    </a:cubicBezTo>
                    <a:cubicBezTo>
                      <a:pt x="179543" y="155541"/>
                      <a:pt x="166794" y="169132"/>
                      <a:pt x="150415" y="170180"/>
                    </a:cubicBezTo>
                    <a:lnTo>
                      <a:pt x="15922" y="170180"/>
                    </a:lnTo>
                    <a:cubicBezTo>
                      <a:pt x="11527" y="169717"/>
                      <a:pt x="7253" y="171801"/>
                      <a:pt x="4912" y="175549"/>
                    </a:cubicBezTo>
                    <a:cubicBezTo>
                      <a:pt x="2570" y="179296"/>
                      <a:pt x="2570" y="184051"/>
                      <a:pt x="4912" y="187798"/>
                    </a:cubicBezTo>
                    <a:cubicBezTo>
                      <a:pt x="7253" y="191546"/>
                      <a:pt x="11527" y="193630"/>
                      <a:pt x="15922" y="193167"/>
                    </a:cubicBezTo>
                    <a:lnTo>
                      <a:pt x="150542" y="193167"/>
                    </a:lnTo>
                    <a:cubicBezTo>
                      <a:pt x="180323" y="193097"/>
                      <a:pt x="204447" y="168973"/>
                      <a:pt x="204517" y="13919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21920" tIns="60960" rIns="121920" bIns="6096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10" name="PA-任意多边形 136"/>
              <p:cNvSpPr/>
              <p:nvPr>
                <p:custDataLst>
                  <p:tags r:id="rId5"/>
                </p:custDataLst>
              </p:nvPr>
            </p:nvSpPr>
            <p:spPr>
              <a:xfrm>
                <a:off x="269240" y="32512"/>
                <a:ext cx="202439" cy="192339"/>
              </a:xfrm>
              <a:custGeom>
                <a:avLst/>
                <a:gdLst/>
                <a:ahLst/>
                <a:cxnLst/>
                <a:rect l="0" t="0" r="0" b="0"/>
                <a:pathLst>
                  <a:path w="202439" h="192339">
                    <a:moveTo>
                      <a:pt x="202438" y="54102"/>
                    </a:moveTo>
                    <a:cubicBezTo>
                      <a:pt x="202438" y="39753"/>
                      <a:pt x="196738" y="25992"/>
                      <a:pt x="186592" y="15846"/>
                    </a:cubicBezTo>
                    <a:cubicBezTo>
                      <a:pt x="176446" y="5700"/>
                      <a:pt x="162685" y="0"/>
                      <a:pt x="148336" y="0"/>
                    </a:cubicBezTo>
                    <a:lnTo>
                      <a:pt x="11430" y="0"/>
                    </a:lnTo>
                    <a:cubicBezTo>
                      <a:pt x="5548" y="619"/>
                      <a:pt x="1083" y="5579"/>
                      <a:pt x="1083" y="11493"/>
                    </a:cubicBezTo>
                    <a:cubicBezTo>
                      <a:pt x="1083" y="17408"/>
                      <a:pt x="5548" y="22368"/>
                      <a:pt x="11430" y="22987"/>
                    </a:cubicBezTo>
                    <a:lnTo>
                      <a:pt x="148336" y="22987"/>
                    </a:lnTo>
                    <a:cubicBezTo>
                      <a:pt x="164715" y="24035"/>
                      <a:pt x="177464" y="37626"/>
                      <a:pt x="177464" y="54039"/>
                    </a:cubicBezTo>
                    <a:cubicBezTo>
                      <a:pt x="177464" y="70451"/>
                      <a:pt x="164715" y="84042"/>
                      <a:pt x="148336" y="85090"/>
                    </a:cubicBezTo>
                    <a:lnTo>
                      <a:pt x="33274" y="85090"/>
                    </a:lnTo>
                    <a:cubicBezTo>
                      <a:pt x="14877" y="85160"/>
                      <a:pt x="0" y="100094"/>
                      <a:pt x="0" y="118491"/>
                    </a:cubicBezTo>
                    <a:lnTo>
                      <a:pt x="0" y="118491"/>
                    </a:lnTo>
                    <a:lnTo>
                      <a:pt x="0" y="181991"/>
                    </a:lnTo>
                    <a:cubicBezTo>
                      <a:pt x="619" y="187873"/>
                      <a:pt x="5579" y="192338"/>
                      <a:pt x="11493" y="192338"/>
                    </a:cubicBezTo>
                    <a:cubicBezTo>
                      <a:pt x="17408" y="192338"/>
                      <a:pt x="22368" y="187873"/>
                      <a:pt x="22987" y="181991"/>
                    </a:cubicBezTo>
                    <a:lnTo>
                      <a:pt x="22987" y="150241"/>
                    </a:lnTo>
                    <a:lnTo>
                      <a:pt x="22987" y="150241"/>
                    </a:lnTo>
                    <a:lnTo>
                      <a:pt x="22987" y="118491"/>
                    </a:lnTo>
                    <a:cubicBezTo>
                      <a:pt x="22987" y="112810"/>
                      <a:pt x="27593" y="108204"/>
                      <a:pt x="33274" y="108204"/>
                    </a:cubicBezTo>
                    <a:lnTo>
                      <a:pt x="148336" y="108204"/>
                    </a:lnTo>
                    <a:cubicBezTo>
                      <a:pt x="178216" y="108204"/>
                      <a:pt x="202438" y="83982"/>
                      <a:pt x="202438" y="5410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21920" tIns="60960" rIns="121920" bIns="6096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13" name="PA-任意多边形 137"/>
              <p:cNvSpPr/>
              <p:nvPr>
                <p:custDataLst>
                  <p:tags r:id="rId6"/>
                </p:custDataLst>
              </p:nvPr>
            </p:nvSpPr>
            <p:spPr>
              <a:xfrm>
                <a:off x="-53" y="31607"/>
                <a:ext cx="232511" cy="195625"/>
              </a:xfrm>
              <a:custGeom>
                <a:avLst/>
                <a:gdLst/>
                <a:ahLst/>
                <a:cxnLst/>
                <a:rect l="0" t="0" r="0" b="0"/>
                <a:pathLst>
                  <a:path w="232511" h="195625">
                    <a:moveTo>
                      <a:pt x="232336" y="12589"/>
                    </a:moveTo>
                    <a:cubicBezTo>
                      <a:pt x="232510" y="8064"/>
                      <a:pt x="229967" y="3872"/>
                      <a:pt x="225874" y="1936"/>
                    </a:cubicBezTo>
                    <a:cubicBezTo>
                      <a:pt x="221781" y="0"/>
                      <a:pt x="216927" y="694"/>
                      <a:pt x="213540" y="3699"/>
                    </a:cubicBezTo>
                    <a:lnTo>
                      <a:pt x="130228" y="71390"/>
                    </a:lnTo>
                    <a:lnTo>
                      <a:pt x="148516" y="86249"/>
                    </a:lnTo>
                    <a:lnTo>
                      <a:pt x="209476" y="36719"/>
                    </a:lnTo>
                    <a:lnTo>
                      <a:pt x="209476" y="158893"/>
                    </a:lnTo>
                    <a:lnTo>
                      <a:pt x="183060" y="137430"/>
                    </a:lnTo>
                    <a:cubicBezTo>
                      <a:pt x="182600" y="137243"/>
                      <a:pt x="182172" y="136986"/>
                      <a:pt x="181790" y="136668"/>
                    </a:cubicBezTo>
                    <a:lnTo>
                      <a:pt x="116004" y="82693"/>
                    </a:lnTo>
                    <a:lnTo>
                      <a:pt x="97970" y="97552"/>
                    </a:lnTo>
                    <a:lnTo>
                      <a:pt x="97970" y="97552"/>
                    </a:lnTo>
                    <a:lnTo>
                      <a:pt x="78158" y="113681"/>
                    </a:lnTo>
                    <a:lnTo>
                      <a:pt x="50853" y="135779"/>
                    </a:lnTo>
                    <a:lnTo>
                      <a:pt x="50853" y="135779"/>
                    </a:lnTo>
                    <a:lnTo>
                      <a:pt x="23040" y="158893"/>
                    </a:lnTo>
                    <a:lnTo>
                      <a:pt x="23040" y="36719"/>
                    </a:lnTo>
                    <a:lnTo>
                      <a:pt x="83873" y="86122"/>
                    </a:lnTo>
                    <a:lnTo>
                      <a:pt x="101653" y="71263"/>
                    </a:lnTo>
                    <a:lnTo>
                      <a:pt x="19992" y="4588"/>
                    </a:lnTo>
                    <a:lnTo>
                      <a:pt x="19992" y="4588"/>
                    </a:lnTo>
                    <a:lnTo>
                      <a:pt x="18976" y="3699"/>
                    </a:lnTo>
                    <a:cubicBezTo>
                      <a:pt x="16638" y="1756"/>
                      <a:pt x="13622" y="824"/>
                      <a:pt x="10595" y="1110"/>
                    </a:cubicBezTo>
                    <a:cubicBezTo>
                      <a:pt x="7568" y="1396"/>
                      <a:pt x="4780" y="2876"/>
                      <a:pt x="2847" y="5223"/>
                    </a:cubicBezTo>
                    <a:cubicBezTo>
                      <a:pt x="1154" y="7300"/>
                      <a:pt x="254" y="9910"/>
                      <a:pt x="307" y="12589"/>
                    </a:cubicBezTo>
                    <a:lnTo>
                      <a:pt x="53" y="12589"/>
                    </a:lnTo>
                    <a:lnTo>
                      <a:pt x="53" y="182769"/>
                    </a:lnTo>
                    <a:lnTo>
                      <a:pt x="53" y="182769"/>
                    </a:lnTo>
                    <a:cubicBezTo>
                      <a:pt x="0" y="185448"/>
                      <a:pt x="900" y="188058"/>
                      <a:pt x="2593" y="190135"/>
                    </a:cubicBezTo>
                    <a:cubicBezTo>
                      <a:pt x="6702" y="194999"/>
                      <a:pt x="13971" y="195624"/>
                      <a:pt x="18849" y="191532"/>
                    </a:cubicBezTo>
                    <a:lnTo>
                      <a:pt x="116131" y="112411"/>
                    </a:lnTo>
                    <a:lnTo>
                      <a:pt x="213413" y="191532"/>
                    </a:lnTo>
                    <a:cubicBezTo>
                      <a:pt x="218291" y="195624"/>
                      <a:pt x="225560" y="194999"/>
                      <a:pt x="229669" y="190135"/>
                    </a:cubicBezTo>
                    <a:cubicBezTo>
                      <a:pt x="231352" y="188053"/>
                      <a:pt x="232251" y="185446"/>
                      <a:pt x="232209" y="182769"/>
                    </a:cubicBezTo>
                    <a:lnTo>
                      <a:pt x="232209" y="182769"/>
                    </a:lnTo>
                    <a:lnTo>
                      <a:pt x="232209" y="12462"/>
                    </a:lnTo>
                  </a:path>
                </a:pathLst>
              </a:custGeom>
              <a:grp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121920" tIns="60960" rIns="121920" bIns="6096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</p:grpSp>
      </p:grpSp>
      <p:sp>
        <p:nvSpPr>
          <p:cNvPr id="11" name="直角三角形 10"/>
          <p:cNvSpPr/>
          <p:nvPr userDrawn="1"/>
        </p:nvSpPr>
        <p:spPr>
          <a:xfrm rot="10800000" flipH="1">
            <a:off x="0" y="0"/>
            <a:ext cx="690808" cy="690772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xiongmao44b2a92bfc-0"/>
          <p:cNvGrpSpPr/>
          <p:nvPr userDrawn="1">
            <p:custDataLst>
              <p:tags r:id="rId1"/>
            </p:custDataLst>
          </p:nvPr>
        </p:nvGrpSpPr>
        <p:grpSpPr>
          <a:xfrm>
            <a:off x="10247002" y="251889"/>
            <a:ext cx="1687664" cy="438883"/>
            <a:chOff x="-53" y="-51"/>
            <a:chExt cx="1022403" cy="265893"/>
          </a:xfrm>
          <a:solidFill>
            <a:srgbClr val="D8251E"/>
          </a:solidFill>
        </p:grpSpPr>
        <p:sp>
          <p:nvSpPr>
            <p:cNvPr id="6" name="PA_ImportSvg_636808962097655719"/>
            <p:cNvSpPr/>
            <p:nvPr>
              <p:custDataLst>
                <p:tags r:id="rId2"/>
              </p:custDataLst>
            </p:nvPr>
          </p:nvSpPr>
          <p:spPr>
            <a:xfrm>
              <a:off x="721584" y="-51"/>
              <a:ext cx="265841" cy="265893"/>
            </a:xfrm>
            <a:custGeom>
              <a:avLst/>
              <a:gdLst/>
              <a:ahLst/>
              <a:cxnLst/>
              <a:rect l="l" t="t" r="r" b="b"/>
              <a:pathLst>
                <a:path w="265841" h="265893">
                  <a:moveTo>
                    <a:pt x="138079" y="50"/>
                  </a:moveTo>
                  <a:cubicBezTo>
                    <a:pt x="86341" y="-1"/>
                    <a:pt x="39669" y="31125"/>
                    <a:pt x="19834" y="78910"/>
                  </a:cubicBezTo>
                  <a:cubicBezTo>
                    <a:pt x="0" y="126695"/>
                    <a:pt x="10910" y="181723"/>
                    <a:pt x="47476" y="218325"/>
                  </a:cubicBezTo>
                  <a:cubicBezTo>
                    <a:pt x="84042" y="254928"/>
                    <a:pt x="139059" y="265892"/>
                    <a:pt x="186864" y="246105"/>
                  </a:cubicBezTo>
                  <a:cubicBezTo>
                    <a:pt x="234668" y="226318"/>
                    <a:pt x="265841" y="179677"/>
                    <a:pt x="265841" y="127939"/>
                  </a:cubicBezTo>
                  <a:cubicBezTo>
                    <a:pt x="265841" y="57357"/>
                    <a:pt x="208661" y="120"/>
                    <a:pt x="138079" y="50"/>
                  </a:cubicBezTo>
                  <a:close/>
                  <a:moveTo>
                    <a:pt x="226217" y="86537"/>
                  </a:moveTo>
                  <a:cubicBezTo>
                    <a:pt x="226235" y="86833"/>
                    <a:pt x="226235" y="87130"/>
                    <a:pt x="226217" y="87426"/>
                  </a:cubicBezTo>
                  <a:lnTo>
                    <a:pt x="226217" y="88188"/>
                  </a:lnTo>
                  <a:lnTo>
                    <a:pt x="226217" y="88950"/>
                  </a:lnTo>
                  <a:lnTo>
                    <a:pt x="226217" y="89712"/>
                  </a:lnTo>
                  <a:lnTo>
                    <a:pt x="226217" y="89712"/>
                  </a:lnTo>
                  <a:lnTo>
                    <a:pt x="173766" y="194233"/>
                  </a:lnTo>
                  <a:cubicBezTo>
                    <a:pt x="173024" y="196104"/>
                    <a:pt x="171624" y="197640"/>
                    <a:pt x="169829" y="198551"/>
                  </a:cubicBezTo>
                  <a:lnTo>
                    <a:pt x="168813" y="198551"/>
                  </a:lnTo>
                  <a:lnTo>
                    <a:pt x="168813" y="198551"/>
                  </a:lnTo>
                  <a:lnTo>
                    <a:pt x="167670" y="198551"/>
                  </a:lnTo>
                  <a:lnTo>
                    <a:pt x="163606" y="198551"/>
                  </a:lnTo>
                  <a:lnTo>
                    <a:pt x="162336" y="198551"/>
                  </a:lnTo>
                  <a:lnTo>
                    <a:pt x="162336" y="198551"/>
                  </a:lnTo>
                  <a:lnTo>
                    <a:pt x="161193" y="198551"/>
                  </a:lnTo>
                  <a:cubicBezTo>
                    <a:pt x="159327" y="197634"/>
                    <a:pt x="157876" y="196047"/>
                    <a:pt x="157129" y="194106"/>
                  </a:cubicBezTo>
                  <a:lnTo>
                    <a:pt x="140492" y="161340"/>
                  </a:lnTo>
                  <a:lnTo>
                    <a:pt x="149890" y="142544"/>
                  </a:lnTo>
                  <a:lnTo>
                    <a:pt x="163479" y="169722"/>
                  </a:lnTo>
                  <a:cubicBezTo>
                    <a:pt x="163479" y="169722"/>
                    <a:pt x="165003" y="172770"/>
                    <a:pt x="166527" y="169722"/>
                  </a:cubicBezTo>
                  <a:lnTo>
                    <a:pt x="202595" y="97840"/>
                  </a:lnTo>
                  <a:cubicBezTo>
                    <a:pt x="202595" y="97840"/>
                    <a:pt x="204119" y="94792"/>
                    <a:pt x="200690" y="94792"/>
                  </a:cubicBezTo>
                  <a:lnTo>
                    <a:pt x="172496" y="94792"/>
                  </a:lnTo>
                  <a:cubicBezTo>
                    <a:pt x="170436" y="94904"/>
                    <a:pt x="168572" y="96051"/>
                    <a:pt x="167543" y="97840"/>
                  </a:cubicBezTo>
                  <a:lnTo>
                    <a:pt x="153700" y="125399"/>
                  </a:lnTo>
                  <a:lnTo>
                    <a:pt x="153700" y="125399"/>
                  </a:lnTo>
                  <a:lnTo>
                    <a:pt x="138079" y="156641"/>
                  </a:lnTo>
                  <a:lnTo>
                    <a:pt x="138079" y="156641"/>
                  </a:lnTo>
                  <a:lnTo>
                    <a:pt x="118902" y="194741"/>
                  </a:lnTo>
                  <a:cubicBezTo>
                    <a:pt x="118160" y="196612"/>
                    <a:pt x="116760" y="198148"/>
                    <a:pt x="114965" y="199059"/>
                  </a:cubicBezTo>
                  <a:lnTo>
                    <a:pt x="113949" y="199059"/>
                  </a:lnTo>
                  <a:lnTo>
                    <a:pt x="113949" y="199059"/>
                  </a:lnTo>
                  <a:lnTo>
                    <a:pt x="112933" y="199059"/>
                  </a:lnTo>
                  <a:lnTo>
                    <a:pt x="110139" y="199059"/>
                  </a:lnTo>
                  <a:lnTo>
                    <a:pt x="108869" y="199059"/>
                  </a:lnTo>
                  <a:lnTo>
                    <a:pt x="108869" y="199059"/>
                  </a:lnTo>
                  <a:lnTo>
                    <a:pt x="107726" y="199059"/>
                  </a:lnTo>
                  <a:cubicBezTo>
                    <a:pt x="105915" y="198107"/>
                    <a:pt x="104515" y="196526"/>
                    <a:pt x="103789" y="194614"/>
                  </a:cubicBezTo>
                  <a:lnTo>
                    <a:pt x="50830" y="90093"/>
                  </a:lnTo>
                  <a:lnTo>
                    <a:pt x="50830" y="90093"/>
                  </a:lnTo>
                  <a:lnTo>
                    <a:pt x="50830" y="90093"/>
                  </a:lnTo>
                  <a:lnTo>
                    <a:pt x="50830" y="89331"/>
                  </a:lnTo>
                  <a:lnTo>
                    <a:pt x="50830" y="88569"/>
                  </a:lnTo>
                  <a:lnTo>
                    <a:pt x="50830" y="87426"/>
                  </a:lnTo>
                  <a:cubicBezTo>
                    <a:pt x="50811" y="87130"/>
                    <a:pt x="50811" y="86833"/>
                    <a:pt x="50830" y="86537"/>
                  </a:cubicBezTo>
                  <a:lnTo>
                    <a:pt x="50830" y="86537"/>
                  </a:lnTo>
                  <a:cubicBezTo>
                    <a:pt x="50830" y="86537"/>
                    <a:pt x="50830" y="86537"/>
                    <a:pt x="50830" y="86537"/>
                  </a:cubicBezTo>
                  <a:cubicBezTo>
                    <a:pt x="50814" y="86241"/>
                    <a:pt x="50814" y="85944"/>
                    <a:pt x="50830" y="85648"/>
                  </a:cubicBezTo>
                  <a:lnTo>
                    <a:pt x="50830" y="84124"/>
                  </a:lnTo>
                  <a:lnTo>
                    <a:pt x="50830" y="83362"/>
                  </a:lnTo>
                  <a:lnTo>
                    <a:pt x="50830" y="82600"/>
                  </a:lnTo>
                  <a:lnTo>
                    <a:pt x="50830" y="81965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2735" y="81330"/>
                  </a:lnTo>
                  <a:lnTo>
                    <a:pt x="53370" y="81330"/>
                  </a:lnTo>
                  <a:lnTo>
                    <a:pt x="111282" y="81330"/>
                  </a:lnTo>
                  <a:lnTo>
                    <a:pt x="112171" y="81330"/>
                  </a:lnTo>
                  <a:lnTo>
                    <a:pt x="112171" y="81330"/>
                  </a:lnTo>
                  <a:lnTo>
                    <a:pt x="113060" y="81330"/>
                  </a:lnTo>
                  <a:lnTo>
                    <a:pt x="113060" y="81330"/>
                  </a:lnTo>
                  <a:lnTo>
                    <a:pt x="113949" y="82092"/>
                  </a:lnTo>
                  <a:lnTo>
                    <a:pt x="113949" y="82092"/>
                  </a:lnTo>
                  <a:lnTo>
                    <a:pt x="114711" y="82981"/>
                  </a:lnTo>
                  <a:lnTo>
                    <a:pt x="114711" y="82981"/>
                  </a:lnTo>
                  <a:lnTo>
                    <a:pt x="114711" y="83616"/>
                  </a:lnTo>
                  <a:lnTo>
                    <a:pt x="114711" y="83616"/>
                  </a:lnTo>
                  <a:lnTo>
                    <a:pt x="135666" y="114350"/>
                  </a:lnTo>
                  <a:lnTo>
                    <a:pt x="126268" y="133019"/>
                  </a:lnTo>
                  <a:lnTo>
                    <a:pt x="108488" y="97713"/>
                  </a:lnTo>
                  <a:cubicBezTo>
                    <a:pt x="107550" y="96014"/>
                    <a:pt x="105845" y="94877"/>
                    <a:pt x="103916" y="94665"/>
                  </a:cubicBezTo>
                  <a:lnTo>
                    <a:pt x="75341" y="94665"/>
                  </a:lnTo>
                  <a:cubicBezTo>
                    <a:pt x="71912" y="94665"/>
                    <a:pt x="73436" y="97713"/>
                    <a:pt x="73436" y="97713"/>
                  </a:cubicBezTo>
                  <a:lnTo>
                    <a:pt x="109504" y="169595"/>
                  </a:lnTo>
                  <a:cubicBezTo>
                    <a:pt x="109504" y="169595"/>
                    <a:pt x="111028" y="172643"/>
                    <a:pt x="112552" y="169595"/>
                  </a:cubicBezTo>
                  <a:lnTo>
                    <a:pt x="127157" y="140512"/>
                  </a:lnTo>
                  <a:lnTo>
                    <a:pt x="142016" y="110032"/>
                  </a:lnTo>
                  <a:lnTo>
                    <a:pt x="155859" y="82600"/>
                  </a:lnTo>
                  <a:lnTo>
                    <a:pt x="155859" y="82600"/>
                  </a:lnTo>
                  <a:lnTo>
                    <a:pt x="155859" y="81965"/>
                  </a:lnTo>
                  <a:lnTo>
                    <a:pt x="155859" y="81965"/>
                  </a:lnTo>
                  <a:lnTo>
                    <a:pt x="156621" y="81076"/>
                  </a:lnTo>
                  <a:lnTo>
                    <a:pt x="156621" y="81076"/>
                  </a:lnTo>
                  <a:lnTo>
                    <a:pt x="157383" y="80441"/>
                  </a:lnTo>
                  <a:lnTo>
                    <a:pt x="157383" y="80441"/>
                  </a:lnTo>
                  <a:lnTo>
                    <a:pt x="158145" y="80441"/>
                  </a:lnTo>
                  <a:lnTo>
                    <a:pt x="158780" y="80441"/>
                  </a:lnTo>
                  <a:lnTo>
                    <a:pt x="159542" y="80441"/>
                  </a:lnTo>
                  <a:lnTo>
                    <a:pt x="218089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994" y="80441"/>
                  </a:lnTo>
                  <a:lnTo>
                    <a:pt x="219994" y="80441"/>
                  </a:lnTo>
                  <a:lnTo>
                    <a:pt x="220756" y="81076"/>
                  </a:lnTo>
                  <a:lnTo>
                    <a:pt x="220756" y="81076"/>
                  </a:lnTo>
                  <a:lnTo>
                    <a:pt x="220756" y="81838"/>
                  </a:lnTo>
                  <a:lnTo>
                    <a:pt x="220756" y="81838"/>
                  </a:lnTo>
                  <a:lnTo>
                    <a:pt x="220756" y="82727"/>
                  </a:lnTo>
                  <a:lnTo>
                    <a:pt x="220756" y="83362"/>
                  </a:lnTo>
                  <a:lnTo>
                    <a:pt x="220756" y="84251"/>
                  </a:lnTo>
                  <a:cubicBezTo>
                    <a:pt x="220756" y="84251"/>
                    <a:pt x="220756" y="84251"/>
                    <a:pt x="220756" y="85140"/>
                  </a:cubicBezTo>
                  <a:cubicBezTo>
                    <a:pt x="220756" y="86029"/>
                    <a:pt x="220756" y="85140"/>
                    <a:pt x="220756" y="85140"/>
                  </a:cubicBezTo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/>
            </a:p>
          </p:txBody>
        </p:sp>
        <p:sp>
          <p:nvSpPr>
            <p:cNvPr id="7" name="PA-椭圆 134"/>
            <p:cNvSpPr/>
            <p:nvPr>
              <p:custDataLst>
                <p:tags r:id="rId3"/>
              </p:custDataLst>
            </p:nvPr>
          </p:nvSpPr>
          <p:spPr>
            <a:xfrm>
              <a:off x="988822" y="223520"/>
              <a:ext cx="33528" cy="33528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-53" y="31607"/>
              <a:ext cx="694871" cy="195625"/>
              <a:chOff x="-53" y="31607"/>
              <a:chExt cx="694871" cy="195625"/>
            </a:xfrm>
            <a:grpFill/>
          </p:grpSpPr>
          <p:sp>
            <p:nvSpPr>
              <p:cNvPr id="9" name="PA-任意多边形 135"/>
              <p:cNvSpPr/>
              <p:nvPr>
                <p:custDataLst>
                  <p:tags r:id="rId4"/>
                </p:custDataLst>
              </p:nvPr>
            </p:nvSpPr>
            <p:spPr>
              <a:xfrm>
                <a:off x="490300" y="32512"/>
                <a:ext cx="204518" cy="193631"/>
              </a:xfrm>
              <a:custGeom>
                <a:avLst/>
                <a:gdLst/>
                <a:ahLst/>
                <a:cxnLst/>
                <a:rect l="0" t="0" r="0" b="0"/>
                <a:pathLst>
                  <a:path w="204518" h="193631">
                    <a:moveTo>
                      <a:pt x="204517" y="139192"/>
                    </a:moveTo>
                    <a:cubicBezTo>
                      <a:pt x="204517" y="124843"/>
                      <a:pt x="198817" y="111082"/>
                      <a:pt x="188671" y="100936"/>
                    </a:cubicBezTo>
                    <a:cubicBezTo>
                      <a:pt x="178525" y="90790"/>
                      <a:pt x="164764" y="85090"/>
                      <a:pt x="150415" y="85090"/>
                    </a:cubicBezTo>
                    <a:lnTo>
                      <a:pt x="51482" y="85090"/>
                    </a:lnTo>
                    <a:cubicBezTo>
                      <a:pt x="39914" y="85830"/>
                      <a:pt x="28894" y="80079"/>
                      <a:pt x="22886" y="70166"/>
                    </a:cubicBezTo>
                    <a:cubicBezTo>
                      <a:pt x="16878" y="60254"/>
                      <a:pt x="16878" y="47823"/>
                      <a:pt x="22886" y="37911"/>
                    </a:cubicBezTo>
                    <a:cubicBezTo>
                      <a:pt x="28894" y="27998"/>
                      <a:pt x="39914" y="22247"/>
                      <a:pt x="51482" y="22987"/>
                    </a:cubicBezTo>
                    <a:lnTo>
                      <a:pt x="186102" y="22987"/>
                    </a:lnTo>
                    <a:cubicBezTo>
                      <a:pt x="191984" y="22368"/>
                      <a:pt x="196449" y="17408"/>
                      <a:pt x="196449" y="11494"/>
                    </a:cubicBezTo>
                    <a:cubicBezTo>
                      <a:pt x="196449" y="5579"/>
                      <a:pt x="191984" y="619"/>
                      <a:pt x="186102" y="0"/>
                    </a:cubicBezTo>
                    <a:lnTo>
                      <a:pt x="51482" y="0"/>
                    </a:lnTo>
                    <a:cubicBezTo>
                      <a:pt x="22655" y="1398"/>
                      <a:pt x="0" y="25178"/>
                      <a:pt x="0" y="54039"/>
                    </a:cubicBezTo>
                    <a:cubicBezTo>
                      <a:pt x="0" y="82900"/>
                      <a:pt x="22655" y="106679"/>
                      <a:pt x="51482" y="108077"/>
                    </a:cubicBezTo>
                    <a:lnTo>
                      <a:pt x="150415" y="108077"/>
                    </a:lnTo>
                    <a:cubicBezTo>
                      <a:pt x="166794" y="109125"/>
                      <a:pt x="179543" y="122716"/>
                      <a:pt x="179543" y="139129"/>
                    </a:cubicBezTo>
                    <a:cubicBezTo>
                      <a:pt x="179543" y="155541"/>
                      <a:pt x="166794" y="169132"/>
                      <a:pt x="150415" y="170180"/>
                    </a:cubicBezTo>
                    <a:lnTo>
                      <a:pt x="15922" y="170180"/>
                    </a:lnTo>
                    <a:cubicBezTo>
                      <a:pt x="11527" y="169717"/>
                      <a:pt x="7253" y="171801"/>
                      <a:pt x="4912" y="175549"/>
                    </a:cubicBezTo>
                    <a:cubicBezTo>
                      <a:pt x="2570" y="179296"/>
                      <a:pt x="2570" y="184051"/>
                      <a:pt x="4912" y="187798"/>
                    </a:cubicBezTo>
                    <a:cubicBezTo>
                      <a:pt x="7253" y="191546"/>
                      <a:pt x="11527" y="193630"/>
                      <a:pt x="15922" y="193167"/>
                    </a:cubicBezTo>
                    <a:lnTo>
                      <a:pt x="150542" y="193167"/>
                    </a:lnTo>
                    <a:cubicBezTo>
                      <a:pt x="180323" y="193097"/>
                      <a:pt x="204447" y="168973"/>
                      <a:pt x="204517" y="13919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21920" tIns="60960" rIns="121920" bIns="6096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10" name="PA-任意多边形 136"/>
              <p:cNvSpPr/>
              <p:nvPr>
                <p:custDataLst>
                  <p:tags r:id="rId5"/>
                </p:custDataLst>
              </p:nvPr>
            </p:nvSpPr>
            <p:spPr>
              <a:xfrm>
                <a:off x="269240" y="32512"/>
                <a:ext cx="202439" cy="192339"/>
              </a:xfrm>
              <a:custGeom>
                <a:avLst/>
                <a:gdLst/>
                <a:ahLst/>
                <a:cxnLst/>
                <a:rect l="0" t="0" r="0" b="0"/>
                <a:pathLst>
                  <a:path w="202439" h="192339">
                    <a:moveTo>
                      <a:pt x="202438" y="54102"/>
                    </a:moveTo>
                    <a:cubicBezTo>
                      <a:pt x="202438" y="39753"/>
                      <a:pt x="196738" y="25992"/>
                      <a:pt x="186592" y="15846"/>
                    </a:cubicBezTo>
                    <a:cubicBezTo>
                      <a:pt x="176446" y="5700"/>
                      <a:pt x="162685" y="0"/>
                      <a:pt x="148336" y="0"/>
                    </a:cubicBezTo>
                    <a:lnTo>
                      <a:pt x="11430" y="0"/>
                    </a:lnTo>
                    <a:cubicBezTo>
                      <a:pt x="5548" y="619"/>
                      <a:pt x="1083" y="5579"/>
                      <a:pt x="1083" y="11493"/>
                    </a:cubicBezTo>
                    <a:cubicBezTo>
                      <a:pt x="1083" y="17408"/>
                      <a:pt x="5548" y="22368"/>
                      <a:pt x="11430" y="22987"/>
                    </a:cubicBezTo>
                    <a:lnTo>
                      <a:pt x="148336" y="22987"/>
                    </a:lnTo>
                    <a:cubicBezTo>
                      <a:pt x="164715" y="24035"/>
                      <a:pt x="177464" y="37626"/>
                      <a:pt x="177464" y="54039"/>
                    </a:cubicBezTo>
                    <a:cubicBezTo>
                      <a:pt x="177464" y="70451"/>
                      <a:pt x="164715" y="84042"/>
                      <a:pt x="148336" y="85090"/>
                    </a:cubicBezTo>
                    <a:lnTo>
                      <a:pt x="33274" y="85090"/>
                    </a:lnTo>
                    <a:cubicBezTo>
                      <a:pt x="14877" y="85160"/>
                      <a:pt x="0" y="100094"/>
                      <a:pt x="0" y="118491"/>
                    </a:cubicBezTo>
                    <a:lnTo>
                      <a:pt x="0" y="118491"/>
                    </a:lnTo>
                    <a:lnTo>
                      <a:pt x="0" y="181991"/>
                    </a:lnTo>
                    <a:cubicBezTo>
                      <a:pt x="619" y="187873"/>
                      <a:pt x="5579" y="192338"/>
                      <a:pt x="11493" y="192338"/>
                    </a:cubicBezTo>
                    <a:cubicBezTo>
                      <a:pt x="17408" y="192338"/>
                      <a:pt x="22368" y="187873"/>
                      <a:pt x="22987" y="181991"/>
                    </a:cubicBezTo>
                    <a:lnTo>
                      <a:pt x="22987" y="150241"/>
                    </a:lnTo>
                    <a:lnTo>
                      <a:pt x="22987" y="150241"/>
                    </a:lnTo>
                    <a:lnTo>
                      <a:pt x="22987" y="118491"/>
                    </a:lnTo>
                    <a:cubicBezTo>
                      <a:pt x="22987" y="112810"/>
                      <a:pt x="27593" y="108204"/>
                      <a:pt x="33274" y="108204"/>
                    </a:cubicBezTo>
                    <a:lnTo>
                      <a:pt x="148336" y="108204"/>
                    </a:lnTo>
                    <a:cubicBezTo>
                      <a:pt x="178216" y="108204"/>
                      <a:pt x="202438" y="83982"/>
                      <a:pt x="202438" y="5410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21920" tIns="60960" rIns="121920" bIns="6096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  <p:sp>
            <p:nvSpPr>
              <p:cNvPr id="13" name="PA-任意多边形 137"/>
              <p:cNvSpPr/>
              <p:nvPr>
                <p:custDataLst>
                  <p:tags r:id="rId6"/>
                </p:custDataLst>
              </p:nvPr>
            </p:nvSpPr>
            <p:spPr>
              <a:xfrm>
                <a:off x="-53" y="31607"/>
                <a:ext cx="232511" cy="195625"/>
              </a:xfrm>
              <a:custGeom>
                <a:avLst/>
                <a:gdLst/>
                <a:ahLst/>
                <a:cxnLst/>
                <a:rect l="0" t="0" r="0" b="0"/>
                <a:pathLst>
                  <a:path w="232511" h="195625">
                    <a:moveTo>
                      <a:pt x="232336" y="12589"/>
                    </a:moveTo>
                    <a:cubicBezTo>
                      <a:pt x="232510" y="8064"/>
                      <a:pt x="229967" y="3872"/>
                      <a:pt x="225874" y="1936"/>
                    </a:cubicBezTo>
                    <a:cubicBezTo>
                      <a:pt x="221781" y="0"/>
                      <a:pt x="216927" y="694"/>
                      <a:pt x="213540" y="3699"/>
                    </a:cubicBezTo>
                    <a:lnTo>
                      <a:pt x="130228" y="71390"/>
                    </a:lnTo>
                    <a:lnTo>
                      <a:pt x="148516" y="86249"/>
                    </a:lnTo>
                    <a:lnTo>
                      <a:pt x="209476" y="36719"/>
                    </a:lnTo>
                    <a:lnTo>
                      <a:pt x="209476" y="158893"/>
                    </a:lnTo>
                    <a:lnTo>
                      <a:pt x="183060" y="137430"/>
                    </a:lnTo>
                    <a:cubicBezTo>
                      <a:pt x="182600" y="137243"/>
                      <a:pt x="182172" y="136986"/>
                      <a:pt x="181790" y="136668"/>
                    </a:cubicBezTo>
                    <a:lnTo>
                      <a:pt x="116004" y="82693"/>
                    </a:lnTo>
                    <a:lnTo>
                      <a:pt x="97970" y="97552"/>
                    </a:lnTo>
                    <a:lnTo>
                      <a:pt x="97970" y="97552"/>
                    </a:lnTo>
                    <a:lnTo>
                      <a:pt x="78158" y="113681"/>
                    </a:lnTo>
                    <a:lnTo>
                      <a:pt x="50853" y="135779"/>
                    </a:lnTo>
                    <a:lnTo>
                      <a:pt x="50853" y="135779"/>
                    </a:lnTo>
                    <a:lnTo>
                      <a:pt x="23040" y="158893"/>
                    </a:lnTo>
                    <a:lnTo>
                      <a:pt x="23040" y="36719"/>
                    </a:lnTo>
                    <a:lnTo>
                      <a:pt x="83873" y="86122"/>
                    </a:lnTo>
                    <a:lnTo>
                      <a:pt x="101653" y="71263"/>
                    </a:lnTo>
                    <a:lnTo>
                      <a:pt x="19992" y="4588"/>
                    </a:lnTo>
                    <a:lnTo>
                      <a:pt x="19992" y="4588"/>
                    </a:lnTo>
                    <a:lnTo>
                      <a:pt x="18976" y="3699"/>
                    </a:lnTo>
                    <a:cubicBezTo>
                      <a:pt x="16638" y="1756"/>
                      <a:pt x="13622" y="824"/>
                      <a:pt x="10595" y="1110"/>
                    </a:cubicBezTo>
                    <a:cubicBezTo>
                      <a:pt x="7568" y="1396"/>
                      <a:pt x="4780" y="2876"/>
                      <a:pt x="2847" y="5223"/>
                    </a:cubicBezTo>
                    <a:cubicBezTo>
                      <a:pt x="1154" y="7300"/>
                      <a:pt x="254" y="9910"/>
                      <a:pt x="307" y="12589"/>
                    </a:cubicBezTo>
                    <a:lnTo>
                      <a:pt x="53" y="12589"/>
                    </a:lnTo>
                    <a:lnTo>
                      <a:pt x="53" y="182769"/>
                    </a:lnTo>
                    <a:lnTo>
                      <a:pt x="53" y="182769"/>
                    </a:lnTo>
                    <a:cubicBezTo>
                      <a:pt x="0" y="185448"/>
                      <a:pt x="900" y="188058"/>
                      <a:pt x="2593" y="190135"/>
                    </a:cubicBezTo>
                    <a:cubicBezTo>
                      <a:pt x="6702" y="194999"/>
                      <a:pt x="13971" y="195624"/>
                      <a:pt x="18849" y="191532"/>
                    </a:cubicBezTo>
                    <a:lnTo>
                      <a:pt x="116131" y="112411"/>
                    </a:lnTo>
                    <a:lnTo>
                      <a:pt x="213413" y="191532"/>
                    </a:lnTo>
                    <a:cubicBezTo>
                      <a:pt x="218291" y="195624"/>
                      <a:pt x="225560" y="194999"/>
                      <a:pt x="229669" y="190135"/>
                    </a:cubicBezTo>
                    <a:cubicBezTo>
                      <a:pt x="231352" y="188053"/>
                      <a:pt x="232251" y="185446"/>
                      <a:pt x="232209" y="182769"/>
                    </a:cubicBezTo>
                    <a:lnTo>
                      <a:pt x="232209" y="182769"/>
                    </a:lnTo>
                    <a:lnTo>
                      <a:pt x="232209" y="12462"/>
                    </a:lnTo>
                  </a:path>
                </a:pathLst>
              </a:custGeom>
              <a:grp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121920" tIns="60960" rIns="121920" bIns="6096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/>
              </a:p>
            </p:txBody>
          </p:sp>
        </p:grpSp>
      </p:grpSp>
      <p:sp>
        <p:nvSpPr>
          <p:cNvPr id="11" name="直角三角形 10"/>
          <p:cNvSpPr/>
          <p:nvPr userDrawn="1"/>
        </p:nvSpPr>
        <p:spPr>
          <a:xfrm rot="10800000" flipH="1">
            <a:off x="0" y="0"/>
            <a:ext cx="690808" cy="690772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矩形 1"/>
          <p:cNvSpPr/>
          <p:nvPr userDrawn="1"/>
        </p:nvSpPr>
        <p:spPr>
          <a:xfrm>
            <a:off x="0" y="1570496"/>
            <a:ext cx="12089307" cy="27586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103328" y="1921789"/>
            <a:ext cx="3712221" cy="261802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180632" y="1921789"/>
            <a:ext cx="3712221" cy="261802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57938" y="1921789"/>
            <a:ext cx="3712221" cy="261802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83" y="365125"/>
            <a:ext cx="10516635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83" y="1825625"/>
            <a:ext cx="10516635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r>
              <a:rPr lang="zh-CN" altLang="en-US">
                <a:latin typeface="Calibri" panose="020F0502020204030204" charset="0"/>
              </a:rPr>
              <a:t>软件技术中心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r>
              <a:rPr lang="zh-CN" altLang="en-US">
                <a:latin typeface="Calibri" panose="020F0502020204030204" charset="0"/>
              </a:rPr>
              <a:t>内部资料，严禁外传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120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7E3F6B-C00B-3048-A5DD-9B46390EEE1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31" name="图片 1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15875"/>
            <a:ext cx="12193201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宋体" panose="02010600030101010101" pitchFamily="2" charset="-122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/>
          <p:cNvSpPr>
            <a:spLocks noGrp="1"/>
          </p:cNvSpPr>
          <p:nvPr>
            <p:ph type="ctrTitle"/>
          </p:nvPr>
        </p:nvSpPr>
        <p:spPr>
          <a:xfrm>
            <a:off x="6564630" y="1205230"/>
            <a:ext cx="4705350" cy="998855"/>
          </a:xfrm>
        </p:spPr>
        <p:txBody>
          <a:bodyPr vert="horz" wrap="square" lIns="91440" tIns="45720" rIns="91440" bIns="45720" anchor="ctr"/>
          <a:lstStyle/>
          <a:p>
            <a:pPr algn="ctr" eaLnBrk="1" hangingPunct="1"/>
            <a:r>
              <a:rPr lang="zh-CN" altLang="en-US" sz="2400" b="1" kern="1200" dirty="0">
                <a:latin typeface="+mn-lt"/>
                <a:ea typeface="+mn-ea"/>
                <a:cs typeface="+mn-ea"/>
                <a:sym typeface="+mn-lt"/>
              </a:rPr>
              <a:t>中国区</a:t>
            </a:r>
            <a:r>
              <a:rPr lang="en-US" sz="2400" b="1" kern="1200" dirty="0" smtClean="0">
                <a:latin typeface="+mn-lt"/>
                <a:ea typeface="+mn-ea"/>
                <a:cs typeface="+mn-ea"/>
                <a:sym typeface="+mn-lt"/>
              </a:rPr>
              <a:t>FDS</a:t>
            </a:r>
            <a:r>
              <a:rPr lang="zh-CN" altLang="en-US" sz="2400" b="1" kern="1200" dirty="0" smtClean="0">
                <a:latin typeface="+mn-lt"/>
                <a:ea typeface="+mn-ea"/>
                <a:cs typeface="+mn-ea"/>
                <a:sym typeface="+mn-lt"/>
              </a:rPr>
              <a:t>解读</a:t>
            </a:r>
            <a:endParaRPr lang="zh-CN" altLang="en-US" sz="2400" b="1" kern="12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219" name="日期占位符 3"/>
          <p:cNvSpPr txBox="1">
            <a:spLocks noGrp="1"/>
          </p:cNvSpPr>
          <p:nvPr>
            <p:ph type="dt" sz="half" idx="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r>
              <a:rPr lang="zh-CN" altLang="en-US" sz="1200" dirty="0">
                <a:solidFill>
                  <a:srgbClr val="898989"/>
                </a:solidFill>
                <a:latin typeface="+mn-lt"/>
                <a:ea typeface="+mn-ea"/>
                <a:cs typeface="+mn-ea"/>
                <a:sym typeface="+mn-lt"/>
              </a:rPr>
              <a:t>软件技术中心</a:t>
            </a:r>
          </a:p>
        </p:txBody>
      </p:sp>
      <p:sp>
        <p:nvSpPr>
          <p:cNvPr id="9220" name="页脚占位符 4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zh-CN" altLang="en-US" sz="1200">
                <a:solidFill>
                  <a:srgbClr val="898989"/>
                </a:solidFill>
                <a:latin typeface="+mn-lt"/>
                <a:ea typeface="+mn-ea"/>
                <a:cs typeface="+mn-ea"/>
                <a:sym typeface="+mn-lt"/>
              </a:rPr>
              <a:t>内部资料，严禁外传</a:t>
            </a:r>
          </a:p>
        </p:txBody>
      </p:sp>
      <p:sp>
        <p:nvSpPr>
          <p:cNvPr id="11" name="线条"/>
          <p:cNvSpPr/>
          <p:nvPr/>
        </p:nvSpPr>
        <p:spPr>
          <a:xfrm flipV="1">
            <a:off x="6978650" y="2187575"/>
            <a:ext cx="4291330" cy="1651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endParaRPr sz="555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936014" y="2929255"/>
            <a:ext cx="4705350" cy="99885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>
            <a:lvl1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黑体-简" panose="02000000000000000000" charset="-122"/>
                <a:ea typeface="黑体-简" panose="02000000000000000000" charset="-122"/>
                <a:cs typeface="黑体-简" panose="02000000000000000000" charset="-122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--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卢光辉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38555" y="1805305"/>
            <a:ext cx="7712710" cy="37661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9750" y="556260"/>
            <a:ext cx="2814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机型基本参数</a:t>
            </a:r>
            <a:r>
              <a:rPr lang="zh-CN" altLang="en-US" dirty="0">
                <a:solidFill>
                  <a:srgbClr val="FF0000"/>
                </a:solidFill>
              </a:rPr>
              <a:t>描述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750" y="556260"/>
            <a:ext cx="2814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硬件配置</a:t>
            </a:r>
            <a:r>
              <a:rPr lang="zh-CN" altLang="en-US" dirty="0" smtClean="0">
                <a:solidFill>
                  <a:srgbClr val="FF0000"/>
                </a:solidFill>
              </a:rPr>
              <a:t>信息</a:t>
            </a:r>
            <a:r>
              <a:rPr lang="zh-CN" altLang="en-US" dirty="0">
                <a:solidFill>
                  <a:srgbClr val="FF0000"/>
                </a:solidFill>
              </a:rPr>
              <a:t>描述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24315" y="1863725"/>
            <a:ext cx="2406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配</a:t>
            </a:r>
            <a:r>
              <a:rPr lang="zh-CN" altLang="en-US" dirty="0"/>
              <a:t>屏派生项目硬件配置变更也需要添加如（</a:t>
            </a:r>
            <a:r>
              <a:rPr lang="en-US" altLang="zh-CN" dirty="0" err="1"/>
              <a:t>earc</a:t>
            </a:r>
            <a:r>
              <a:rPr lang="zh-CN" altLang="en-US" dirty="0"/>
              <a:t>功能变更到</a:t>
            </a:r>
            <a:r>
              <a:rPr lang="en-US" altLang="zh-CN" dirty="0"/>
              <a:t>HDMI3</a:t>
            </a:r>
            <a:r>
              <a:rPr lang="zh-CN" altLang="en-US" dirty="0"/>
              <a:t>口等这些信息需要重点备注）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05" y="1339850"/>
            <a:ext cx="7298690" cy="3710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6735" y="556260"/>
            <a:ext cx="2814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智能应用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44865" y="1863725"/>
            <a:ext cx="308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en-US" altLang="zh-CN" dirty="0" smtClean="0"/>
              <a:t>.</a:t>
            </a:r>
            <a:r>
              <a:rPr lang="zh-CN" altLang="en-US" dirty="0" smtClean="0"/>
              <a:t>如</a:t>
            </a:r>
            <a:r>
              <a:rPr lang="en-US" altLang="zh-CN" dirty="0" smtClean="0"/>
              <a:t>K</a:t>
            </a:r>
            <a:r>
              <a:rPr lang="zh-CN" altLang="en-US" dirty="0"/>
              <a:t>歌</a:t>
            </a:r>
            <a:r>
              <a:rPr lang="en-US" altLang="zh-CN" dirty="0"/>
              <a:t>mic</a:t>
            </a:r>
            <a:r>
              <a:rPr lang="zh-CN" altLang="en-US" dirty="0"/>
              <a:t>全局发声，指的是天籁的</a:t>
            </a:r>
            <a:r>
              <a:rPr lang="en-US" altLang="zh-CN" dirty="0"/>
              <a:t>mic</a:t>
            </a:r>
            <a:r>
              <a:rPr lang="zh-CN" altLang="en-US" dirty="0"/>
              <a:t>全局</a:t>
            </a:r>
            <a:r>
              <a:rPr lang="zh-CN" altLang="en-US" dirty="0" smtClean="0"/>
              <a:t>发声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7390" y="1547495"/>
            <a:ext cx="6985000" cy="2954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1969135"/>
            <a:ext cx="6806565" cy="12909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735" y="556260"/>
            <a:ext cx="2814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硬件屏</a:t>
            </a:r>
            <a:r>
              <a:rPr lang="zh-CN" altLang="en-US" dirty="0">
                <a:solidFill>
                  <a:srgbClr val="FF0000"/>
                </a:solidFill>
              </a:rPr>
              <a:t>信息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46735" y="556260"/>
            <a:ext cx="2814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硬件远场</a:t>
            </a:r>
            <a:r>
              <a:rPr lang="zh-CN" altLang="en-US" dirty="0">
                <a:solidFill>
                  <a:srgbClr val="FF0000"/>
                </a:solidFill>
              </a:rPr>
              <a:t>语音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75" y="1962150"/>
            <a:ext cx="7118985" cy="1306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46735" y="556260"/>
            <a:ext cx="2814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功能定义</a:t>
            </a:r>
            <a:r>
              <a:rPr lang="zh-CN" altLang="en-US" dirty="0" smtClean="0">
                <a:solidFill>
                  <a:srgbClr val="FF0000"/>
                </a:solidFill>
              </a:rPr>
              <a:t>：如云</a:t>
            </a:r>
            <a:r>
              <a:rPr lang="zh-CN" altLang="en-US" dirty="0">
                <a:solidFill>
                  <a:srgbClr val="FF0000"/>
                </a:solidFill>
              </a:rPr>
              <a:t>游戏手柄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" y="1689100"/>
            <a:ext cx="76936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444865" y="1863725"/>
            <a:ext cx="30861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新品派生部分都支持</a:t>
            </a:r>
            <a:r>
              <a:rPr lang="en-US" altLang="zh-CN"/>
              <a:t>HDR10+</a:t>
            </a:r>
            <a:r>
              <a:rPr lang="zh-CN" altLang="en-US"/>
              <a:t>（新品功能），但是</a:t>
            </a:r>
            <a:r>
              <a:rPr lang="en-US" altLang="zh-CN"/>
              <a:t>FDS</a:t>
            </a:r>
            <a:r>
              <a:rPr lang="zh-CN" altLang="en-US"/>
              <a:t>没有写明，经常需要找产品确认是否支持</a:t>
            </a:r>
            <a:endParaRPr lang="en-US" altLang="zh-CN"/>
          </a:p>
          <a:p>
            <a:r>
              <a:rPr lang="en-US" altLang="zh-CN"/>
              <a:t>2.HHMI2.1</a:t>
            </a:r>
            <a:r>
              <a:rPr lang="zh-CN" altLang="en-US"/>
              <a:t>当前</a:t>
            </a:r>
            <a:r>
              <a:rPr lang="en-US" altLang="zh-CN"/>
              <a:t>3</a:t>
            </a:r>
            <a:r>
              <a:rPr lang="zh-CN" altLang="en-US"/>
              <a:t>个口支持能力不一致，需要详细描述，如：</a:t>
            </a:r>
            <a:r>
              <a:rPr lang="en-US" altLang="zh-CN"/>
              <a:t>HDMI1</a:t>
            </a:r>
            <a:r>
              <a:rPr lang="zh-CN" altLang="en-US"/>
              <a:t>口支持</a:t>
            </a:r>
            <a:r>
              <a:rPr lang="en-US" altLang="zh-CN"/>
              <a:t>4k120,earc</a:t>
            </a:r>
            <a:r>
              <a:rPr lang="zh-CN" altLang="en-US"/>
              <a:t>，</a:t>
            </a:r>
            <a:r>
              <a:rPr lang="en-US" altLang="zh-CN"/>
              <a:t>HDMI2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口只支持</a:t>
            </a:r>
            <a:r>
              <a:rPr lang="en-US" altLang="zh-CN"/>
              <a:t>2K120</a:t>
            </a:r>
            <a:r>
              <a:rPr lang="zh-CN" altLang="en-US"/>
              <a:t>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6735" y="556260"/>
            <a:ext cx="2814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认证需求：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45" y="3531235"/>
            <a:ext cx="7550785" cy="24618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95" y="978535"/>
            <a:ext cx="689991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444865" y="1863725"/>
            <a:ext cx="30861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认证没有明去认证进度计划，认证进度基本都是在整机释放之后，有些问题和认证相关，此类问题经常评审关闭，测试经理后续会忽略此类问题，建议</a:t>
            </a:r>
            <a:r>
              <a:rPr lang="en-US" altLang="zh-CN"/>
              <a:t>FDS</a:t>
            </a:r>
            <a:r>
              <a:rPr lang="zh-CN" altLang="en-US"/>
              <a:t>写明认证时间，并且保持和整机释放同步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6735" y="556260"/>
            <a:ext cx="2814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认证需求：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5745" y="1679575"/>
            <a:ext cx="8509000" cy="2396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46735" y="556260"/>
            <a:ext cx="2814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功能</a:t>
            </a:r>
            <a:r>
              <a:rPr dirty="0" smtClean="0">
                <a:solidFill>
                  <a:srgbClr val="FF0000"/>
                </a:solidFill>
              </a:rPr>
              <a:t>Feature list</a:t>
            </a:r>
            <a:endParaRPr lang="zh-CN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80" y="1162685"/>
            <a:ext cx="4965065" cy="48050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46735" y="556260"/>
            <a:ext cx="2814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</a:rPr>
              <a:t>followXX</a:t>
            </a:r>
            <a:r>
              <a:rPr lang="zh-CN" altLang="en-US" dirty="0" smtClean="0">
                <a:solidFill>
                  <a:srgbClr val="FF0000"/>
                </a:solidFill>
              </a:rPr>
              <a:t>项目解读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35" y="1139190"/>
            <a:ext cx="6346825" cy="22904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20" y="3429635"/>
            <a:ext cx="5184140" cy="22872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960" y="3644265"/>
            <a:ext cx="6469380" cy="22783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523480" y="1583055"/>
            <a:ext cx="3544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followXX</a:t>
            </a:r>
            <a:r>
              <a:rPr lang="zh-CN" altLang="en-US" dirty="0"/>
              <a:t>项目</a:t>
            </a:r>
            <a:r>
              <a:rPr lang="zh-CN" altLang="en-US" dirty="0" smtClean="0"/>
              <a:t>字样</a:t>
            </a:r>
            <a:r>
              <a:rPr lang="zh-CN" altLang="en-US" dirty="0" smtClean="0"/>
              <a:t>：和之前某个项目相同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RESOURCELIBID_SHAPE" val="0"/>
  <p:tag name="RESOURCELIB_SHAPETYPE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RESOURCELIBID_SHAPE" val="0"/>
  <p:tag name="RESOURCELIB_SHAPETYPE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52,&quot;width&quot;:2202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8,&quot;width&quot;:2550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lbbijpx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>
          <a:defRPr sz="1200" dirty="0" smtClean="0">
            <a:solidFill>
              <a:srgbClr val="0070C0"/>
            </a:solidFill>
            <a:latin typeface="+mn-ea"/>
          </a:defRPr>
        </a:defPPr>
      </a:lstStyle>
      <a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209</Words>
  <Application>Microsoft Office PowerPoint</Application>
  <PresentationFormat>宽屏</PresentationFormat>
  <Paragraphs>20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FZLanTingHei-M-GBK</vt:lpstr>
      <vt:lpstr>Helvetica Neue Medium</vt:lpstr>
      <vt:lpstr>黑体</vt:lpstr>
      <vt:lpstr>黑体-简</vt:lpstr>
      <vt:lpstr>宋体</vt:lpstr>
      <vt:lpstr>微软雅黑</vt:lpstr>
      <vt:lpstr>Arial</vt:lpstr>
      <vt:lpstr>Calibri</vt:lpstr>
      <vt:lpstr>Calibri Light</vt:lpstr>
      <vt:lpstr>Office 主题</vt:lpstr>
      <vt:lpstr>中国区FDS解读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ʾĸ�</dc:title>
  <dc:creator>niyan</dc:creator>
  <cp:lastModifiedBy>卢光辉</cp:lastModifiedBy>
  <cp:revision>4122</cp:revision>
  <dcterms:created xsi:type="dcterms:W3CDTF">2020-04-28T03:43:00Z</dcterms:created>
  <dcterms:modified xsi:type="dcterms:W3CDTF">2022-03-08T12:04:09Z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E8B2F2CA4F3B4DE5A72529998D4F5418</vt:lpwstr>
  </property>
</Properties>
</file>