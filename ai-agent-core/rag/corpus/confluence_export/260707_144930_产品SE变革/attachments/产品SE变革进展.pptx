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7" r:id="rId2"/>
  </p:sldMasterIdLst>
  <p:notesMasterIdLst>
    <p:notesMasterId r:id="rId9"/>
  </p:notesMasterIdLst>
  <p:sldIdLst>
    <p:sldId id="256" r:id="rId3"/>
    <p:sldId id="611" r:id="rId4"/>
    <p:sldId id="617" r:id="rId5"/>
    <p:sldId id="612" r:id="rId6"/>
    <p:sldId id="614" r:id="rId7"/>
    <p:sldId id="279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2"/>
    <a:srgbClr val="E9EBF5"/>
    <a:srgbClr val="CFD5EA"/>
    <a:srgbClr val="FF2503"/>
    <a:srgbClr val="0432FF"/>
    <a:srgbClr val="F6ECED"/>
    <a:srgbClr val="FF2500"/>
    <a:srgbClr val="FF2600"/>
    <a:srgbClr val="B5C7E7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96CA4-9853-5F41-B31C-69CDF084413F}" v="1024" dt="2023-05-11T03:00:43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rgbClr val="00000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8542034-FE4F-4ADA-92B8-4CA66D0F0DF3}" styleName="腾讯文档-基本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1" autoAdjust="0"/>
    <p:restoredTop sz="96659" autoAdjust="0"/>
  </p:normalViewPr>
  <p:slideViewPr>
    <p:cSldViewPr snapToGrid="0" snapToObjects="1">
      <p:cViewPr varScale="1">
        <p:scale>
          <a:sx n="106" d="100"/>
          <a:sy n="106" d="100"/>
        </p:scale>
        <p:origin x="64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55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5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贵斌 任" userId="bf69534e0d83a1ae" providerId="LiveId" clId="{16E96CA4-9853-5F41-B31C-69CDF084413F}"/>
    <pc:docChg chg="undo custSel addSld delSld modSld sldOrd">
      <pc:chgData name="贵斌 任" userId="bf69534e0d83a1ae" providerId="LiveId" clId="{16E96CA4-9853-5F41-B31C-69CDF084413F}" dt="2023-05-05T23:40:48.495" v="20411" actId="478"/>
      <pc:docMkLst>
        <pc:docMk/>
      </pc:docMkLst>
      <pc:sldChg chg="modSp mod">
        <pc:chgData name="贵斌 任" userId="bf69534e0d83a1ae" providerId="LiveId" clId="{16E96CA4-9853-5F41-B31C-69CDF084413F}" dt="2023-05-05T22:41:58.221" v="18994" actId="20577"/>
        <pc:sldMkLst>
          <pc:docMk/>
          <pc:sldMk cId="0" sldId="257"/>
        </pc:sldMkLst>
        <pc:spChg chg="mod">
          <ac:chgData name="贵斌 任" userId="bf69534e0d83a1ae" providerId="LiveId" clId="{16E96CA4-9853-5F41-B31C-69CDF084413F}" dt="2023-05-05T22:41:58.221" v="18994" actId="20577"/>
          <ac:spMkLst>
            <pc:docMk/>
            <pc:sldMk cId="0" sldId="257"/>
            <ac:spMk id="12" creationId="{00000000-0000-0000-0000-000000000000}"/>
          </ac:spMkLst>
        </pc:spChg>
      </pc:sldChg>
      <pc:sldChg chg="del">
        <pc:chgData name="贵斌 任" userId="bf69534e0d83a1ae" providerId="LiveId" clId="{16E96CA4-9853-5F41-B31C-69CDF084413F}" dt="2023-05-05T22:07:18.211" v="17772" actId="2696"/>
        <pc:sldMkLst>
          <pc:docMk/>
          <pc:sldMk cId="0" sldId="264"/>
        </pc:sldMkLst>
      </pc:sldChg>
      <pc:sldChg chg="addSp delSp modSp mod">
        <pc:chgData name="贵斌 任" userId="bf69534e0d83a1ae" providerId="LiveId" clId="{16E96CA4-9853-5F41-B31C-69CDF084413F}" dt="2023-05-05T23:40:48.495" v="20411" actId="478"/>
        <pc:sldMkLst>
          <pc:docMk/>
          <pc:sldMk cId="0" sldId="270"/>
        </pc:sldMkLst>
        <pc:graphicFrameChg chg="add del mod">
          <ac:chgData name="贵斌 任" userId="bf69534e0d83a1ae" providerId="LiveId" clId="{16E96CA4-9853-5F41-B31C-69CDF084413F}" dt="2023-05-05T23:40:48.495" v="20411" actId="478"/>
          <ac:graphicFrameMkLst>
            <pc:docMk/>
            <pc:sldMk cId="0" sldId="270"/>
            <ac:graphicFrameMk id="2" creationId="{B39DF4F3-93BD-AFD9-56B5-35CBABE18F15}"/>
          </ac:graphicFrameMkLst>
        </pc:graphicFrameChg>
      </pc:sldChg>
      <pc:sldChg chg="del">
        <pc:chgData name="贵斌 任" userId="bf69534e0d83a1ae" providerId="LiveId" clId="{16E96CA4-9853-5F41-B31C-69CDF084413F}" dt="2023-04-28T04:46:24.254" v="3" actId="2696"/>
        <pc:sldMkLst>
          <pc:docMk/>
          <pc:sldMk cId="2103334219" sldId="280"/>
        </pc:sldMkLst>
      </pc:sldChg>
      <pc:sldChg chg="modSp del mod">
        <pc:chgData name="贵斌 任" userId="bf69534e0d83a1ae" providerId="LiveId" clId="{16E96CA4-9853-5F41-B31C-69CDF084413F}" dt="2023-05-05T11:45:17.341" v="14373" actId="2696"/>
        <pc:sldMkLst>
          <pc:docMk/>
          <pc:sldMk cId="1759381516" sldId="281"/>
        </pc:sldMkLst>
        <pc:spChg chg="mod">
          <ac:chgData name="贵斌 任" userId="bf69534e0d83a1ae" providerId="LiveId" clId="{16E96CA4-9853-5F41-B31C-69CDF084413F}" dt="2023-05-05T10:51:47.434" v="13844" actId="20577"/>
          <ac:spMkLst>
            <pc:docMk/>
            <pc:sldMk cId="1759381516" sldId="281"/>
            <ac:spMk id="6" creationId="{00000000-0000-0000-0000-000000000000}"/>
          </ac:spMkLst>
        </pc:spChg>
        <pc:graphicFrameChg chg="mod">
          <ac:chgData name="贵斌 任" userId="bf69534e0d83a1ae" providerId="LiveId" clId="{16E96CA4-9853-5F41-B31C-69CDF084413F}" dt="2023-04-28T04:46:24.255" v="4"/>
          <ac:graphicFrameMkLst>
            <pc:docMk/>
            <pc:sldMk cId="1759381516" sldId="281"/>
            <ac:graphicFrameMk id="2" creationId="{00000000-0000-0000-0000-000000000000}"/>
          </ac:graphicFrameMkLst>
        </pc:graphicFrameChg>
      </pc:sldChg>
      <pc:sldChg chg="modSp add del mod">
        <pc:chgData name="贵斌 任" userId="bf69534e0d83a1ae" providerId="LiveId" clId="{16E96CA4-9853-5F41-B31C-69CDF084413F}" dt="2023-05-05T22:40:49.081" v="18939" actId="2696"/>
        <pc:sldMkLst>
          <pc:docMk/>
          <pc:sldMk cId="1117226223" sldId="282"/>
        </pc:sldMkLst>
        <pc:spChg chg="mod">
          <ac:chgData name="贵斌 任" userId="bf69534e0d83a1ae" providerId="LiveId" clId="{16E96CA4-9853-5F41-B31C-69CDF084413F}" dt="2023-05-05T22:07:27.190" v="17777" actId="20577"/>
          <ac:spMkLst>
            <pc:docMk/>
            <pc:sldMk cId="1117226223" sldId="282"/>
            <ac:spMk id="18" creationId="{00000000-0000-0000-0000-000000000000}"/>
          </ac:spMkLst>
        </pc:spChg>
      </pc:sldChg>
      <pc:sldChg chg="del">
        <pc:chgData name="贵斌 任" userId="bf69534e0d83a1ae" providerId="LiveId" clId="{16E96CA4-9853-5F41-B31C-69CDF084413F}" dt="2023-05-05T21:11:22.070" v="16879" actId="2696"/>
        <pc:sldMkLst>
          <pc:docMk/>
          <pc:sldMk cId="4130607372" sldId="283"/>
        </pc:sldMkLst>
      </pc:sldChg>
      <pc:sldChg chg="del">
        <pc:chgData name="贵斌 任" userId="bf69534e0d83a1ae" providerId="LiveId" clId="{16E96CA4-9853-5F41-B31C-69CDF084413F}" dt="2023-05-05T21:11:23.271" v="16880" actId="2696"/>
        <pc:sldMkLst>
          <pc:docMk/>
          <pc:sldMk cId="2543235374" sldId="284"/>
        </pc:sldMkLst>
      </pc:sldChg>
      <pc:sldChg chg="del">
        <pc:chgData name="贵斌 任" userId="bf69534e0d83a1ae" providerId="LiveId" clId="{16E96CA4-9853-5F41-B31C-69CDF084413F}" dt="2023-05-05T22:07:20.943" v="17775" actId="2696"/>
        <pc:sldMkLst>
          <pc:docMk/>
          <pc:sldMk cId="1895949670" sldId="285"/>
        </pc:sldMkLst>
      </pc:sldChg>
      <pc:sldChg chg="del ord">
        <pc:chgData name="贵斌 任" userId="bf69534e0d83a1ae" providerId="LiveId" clId="{16E96CA4-9853-5F41-B31C-69CDF084413F}" dt="2023-05-05T20:40:46.852" v="16875" actId="2696"/>
        <pc:sldMkLst>
          <pc:docMk/>
          <pc:sldMk cId="359666218" sldId="295"/>
        </pc:sldMkLst>
      </pc:sldChg>
      <pc:sldChg chg="del modNotesTx">
        <pc:chgData name="贵斌 任" userId="bf69534e0d83a1ae" providerId="LiveId" clId="{16E96CA4-9853-5F41-B31C-69CDF084413F}" dt="2023-05-05T21:11:20.404" v="16877" actId="2696"/>
        <pc:sldMkLst>
          <pc:docMk/>
          <pc:sldMk cId="2035764370" sldId="310"/>
        </pc:sldMkLst>
      </pc:sldChg>
      <pc:sldChg chg="addSp delSp modSp del mod delAnim">
        <pc:chgData name="贵斌 任" userId="bf69534e0d83a1ae" providerId="LiveId" clId="{16E96CA4-9853-5F41-B31C-69CDF084413F}" dt="2023-05-05T21:11:21.202" v="16878" actId="2696"/>
        <pc:sldMkLst>
          <pc:docMk/>
          <pc:sldMk cId="3190178807" sldId="311"/>
        </pc:sldMkLst>
        <pc:spChg chg="mod">
          <ac:chgData name="贵斌 任" userId="bf69534e0d83a1ae" providerId="LiveId" clId="{16E96CA4-9853-5F41-B31C-69CDF084413F}" dt="2023-05-05T20:21:36.047" v="15853" actId="404"/>
          <ac:spMkLst>
            <pc:docMk/>
            <pc:sldMk cId="3190178807" sldId="311"/>
            <ac:spMk id="49" creationId="{00000000-0000-0000-0000-000000000000}"/>
          </ac:spMkLst>
        </pc:spChg>
        <pc:spChg chg="mod">
          <ac:chgData name="贵斌 任" userId="bf69534e0d83a1ae" providerId="LiveId" clId="{16E96CA4-9853-5F41-B31C-69CDF084413F}" dt="2023-05-05T20:20:47.793" v="15838" actId="403"/>
          <ac:spMkLst>
            <pc:docMk/>
            <pc:sldMk cId="3190178807" sldId="311"/>
            <ac:spMk id="50" creationId="{00000000-0000-0000-0000-000000000000}"/>
          </ac:spMkLst>
        </pc:spChg>
        <pc:spChg chg="mod">
          <ac:chgData name="贵斌 任" userId="bf69534e0d83a1ae" providerId="LiveId" clId="{16E96CA4-9853-5F41-B31C-69CDF084413F}" dt="2023-05-05T20:21:10.329" v="15846" actId="2711"/>
          <ac:spMkLst>
            <pc:docMk/>
            <pc:sldMk cId="3190178807" sldId="311"/>
            <ac:spMk id="51" creationId="{00000000-0000-0000-0000-000000000000}"/>
          </ac:spMkLst>
        </pc:spChg>
        <pc:spChg chg="mod">
          <ac:chgData name="贵斌 任" userId="bf69534e0d83a1ae" providerId="LiveId" clId="{16E96CA4-9853-5F41-B31C-69CDF084413F}" dt="2023-05-05T20:21:45.351" v="15856" actId="404"/>
          <ac:spMkLst>
            <pc:docMk/>
            <pc:sldMk cId="3190178807" sldId="311"/>
            <ac:spMk id="52" creationId="{00000000-0000-0000-0000-000000000000}"/>
          </ac:spMkLst>
        </pc:spChg>
        <pc:spChg chg="mod">
          <ac:chgData name="贵斌 任" userId="bf69534e0d83a1ae" providerId="LiveId" clId="{16E96CA4-9853-5F41-B31C-69CDF084413F}" dt="2023-05-05T20:20:59.336" v="15841" actId="2711"/>
          <ac:spMkLst>
            <pc:docMk/>
            <pc:sldMk cId="3190178807" sldId="311"/>
            <ac:spMk id="54" creationId="{00000000-0000-0000-0000-000000000000}"/>
          </ac:spMkLst>
        </pc:spChg>
        <pc:spChg chg="mod">
          <ac:chgData name="贵斌 任" userId="bf69534e0d83a1ae" providerId="LiveId" clId="{16E96CA4-9853-5F41-B31C-69CDF084413F}" dt="2023-05-05T20:21:03.401" v="15842" actId="255"/>
          <ac:spMkLst>
            <pc:docMk/>
            <pc:sldMk cId="3190178807" sldId="311"/>
            <ac:spMk id="55" creationId="{00000000-0000-0000-0000-000000000000}"/>
          </ac:spMkLst>
        </pc:spChg>
        <pc:spChg chg="del">
          <ac:chgData name="贵斌 任" userId="bf69534e0d83a1ae" providerId="LiveId" clId="{16E96CA4-9853-5F41-B31C-69CDF084413F}" dt="2023-05-05T20:16:45.643" v="15737" actId="478"/>
          <ac:spMkLst>
            <pc:docMk/>
            <pc:sldMk cId="3190178807" sldId="311"/>
            <ac:spMk id="62" creationId="{00000000-0000-0000-0000-000000000000}"/>
          </ac:spMkLst>
        </pc:spChg>
        <pc:spChg chg="del">
          <ac:chgData name="贵斌 任" userId="bf69534e0d83a1ae" providerId="LiveId" clId="{16E96CA4-9853-5F41-B31C-69CDF084413F}" dt="2023-05-05T20:16:54.938" v="15741" actId="478"/>
          <ac:spMkLst>
            <pc:docMk/>
            <pc:sldMk cId="3190178807" sldId="311"/>
            <ac:spMk id="63" creationId="{00000000-0000-0000-0000-000000000000}"/>
          </ac:spMkLst>
        </pc:spChg>
        <pc:spChg chg="del mod">
          <ac:chgData name="贵斌 任" userId="bf69534e0d83a1ae" providerId="LiveId" clId="{16E96CA4-9853-5F41-B31C-69CDF084413F}" dt="2023-05-05T20:16:52.586" v="15740" actId="478"/>
          <ac:spMkLst>
            <pc:docMk/>
            <pc:sldMk cId="3190178807" sldId="311"/>
            <ac:spMk id="64" creationId="{00000000-0000-0000-0000-000000000000}"/>
          </ac:spMkLst>
        </pc:spChg>
        <pc:spChg chg="del">
          <ac:chgData name="贵斌 任" userId="bf69534e0d83a1ae" providerId="LiveId" clId="{16E96CA4-9853-5F41-B31C-69CDF084413F}" dt="2023-05-05T20:16:50.901" v="15739" actId="478"/>
          <ac:spMkLst>
            <pc:docMk/>
            <pc:sldMk cId="3190178807" sldId="311"/>
            <ac:spMk id="65" creationId="{00000000-0000-0000-0000-000000000000}"/>
          </ac:spMkLst>
        </pc:spChg>
        <pc:spChg chg="del">
          <ac:chgData name="贵斌 任" userId="bf69534e0d83a1ae" providerId="LiveId" clId="{16E96CA4-9853-5F41-B31C-69CDF084413F}" dt="2023-05-05T20:21:20.684" v="15850" actId="478"/>
          <ac:spMkLst>
            <pc:docMk/>
            <pc:sldMk cId="3190178807" sldId="311"/>
            <ac:spMk id="66" creationId="{00000000-0000-0000-0000-000000000000}"/>
          </ac:spMkLst>
        </pc:spChg>
        <pc:grpChg chg="add mod">
          <ac:chgData name="贵斌 任" userId="bf69534e0d83a1ae" providerId="LiveId" clId="{16E96CA4-9853-5F41-B31C-69CDF084413F}" dt="2023-05-05T20:21:40.857" v="15854" actId="14100"/>
          <ac:grpSpMkLst>
            <pc:docMk/>
            <pc:sldMk cId="3190178807" sldId="311"/>
            <ac:grpSpMk id="2" creationId="{1228DCF7-6F9C-C41B-FA32-1EBDE9C8F60D}"/>
          </ac:grpSpMkLst>
        </pc:grpChg>
      </pc:sldChg>
      <pc:sldChg chg="addSp delSp modSp mod modNotesTx">
        <pc:chgData name="贵斌 任" userId="bf69534e0d83a1ae" providerId="LiveId" clId="{16E96CA4-9853-5F41-B31C-69CDF084413F}" dt="2023-05-05T10:59:27.257" v="13906" actId="1037"/>
        <pc:sldMkLst>
          <pc:docMk/>
          <pc:sldMk cId="1313300162" sldId="314"/>
        </pc:sldMkLst>
        <pc:spChg chg="add mod">
          <ac:chgData name="贵斌 任" userId="bf69534e0d83a1ae" providerId="LiveId" clId="{16E96CA4-9853-5F41-B31C-69CDF084413F}" dt="2023-05-05T10:59:27.257" v="13906" actId="1037"/>
          <ac:spMkLst>
            <pc:docMk/>
            <pc:sldMk cId="1313300162" sldId="314"/>
            <ac:spMk id="2" creationId="{22D3F674-724A-84DB-418F-F76643D9A81F}"/>
          </ac:spMkLst>
        </pc:spChg>
        <pc:spChg chg="add mod">
          <ac:chgData name="贵斌 任" userId="bf69534e0d83a1ae" providerId="LiveId" clId="{16E96CA4-9853-5F41-B31C-69CDF084413F}" dt="2023-05-05T10:59:21.789" v="13896" actId="1076"/>
          <ac:spMkLst>
            <pc:docMk/>
            <pc:sldMk cId="1313300162" sldId="314"/>
            <ac:spMk id="4" creationId="{6E84D1BA-DBFD-F43A-DD3E-8D1C82D1E3D6}"/>
          </ac:spMkLst>
        </pc:spChg>
        <pc:spChg chg="mod">
          <ac:chgData name="贵斌 任" userId="bf69534e0d83a1ae" providerId="LiveId" clId="{16E96CA4-9853-5F41-B31C-69CDF084413F}" dt="2023-05-04T23:54:09.777" v="12410" actId="20577"/>
          <ac:spMkLst>
            <pc:docMk/>
            <pc:sldMk cId="1313300162" sldId="314"/>
            <ac:spMk id="18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9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41" creationId="{00000000-0000-0000-0000-000000000000}"/>
          </ac:spMkLst>
        </pc:spChg>
        <pc:spChg chg="add del 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12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10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11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12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1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17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20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21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22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25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28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29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30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31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32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33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37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38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40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41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43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44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45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4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5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58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59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0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1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2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3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4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5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7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8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69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5:23.574" v="13365" actId="14100"/>
          <ac:spMkLst>
            <pc:docMk/>
            <pc:sldMk cId="1313300162" sldId="314"/>
            <ac:spMk id="27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77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78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79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80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81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82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83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84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85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8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87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95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9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97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98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299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0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1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2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4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5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6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7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8" creationId="{00000000-0000-0000-0000-000000000000}"/>
          </ac:spMkLst>
        </pc:spChg>
        <pc:spChg chg="mod">
          <ac:chgData name="贵斌 任" userId="bf69534e0d83a1ae" providerId="LiveId" clId="{16E96CA4-9853-5F41-B31C-69CDF084413F}" dt="2023-05-05T10:41:58.843" v="13227" actId="1037"/>
          <ac:spMkLst>
            <pc:docMk/>
            <pc:sldMk cId="1313300162" sldId="314"/>
            <ac:spMk id="309" creationId="{00000000-0000-0000-0000-000000000000}"/>
          </ac:spMkLst>
        </pc:spChg>
        <pc:spChg chg="del mod">
          <ac:chgData name="贵斌 任" userId="bf69534e0d83a1ae" providerId="LiveId" clId="{16E96CA4-9853-5F41-B31C-69CDF084413F}" dt="2023-05-05T10:44:02.745" v="13229" actId="478"/>
          <ac:spMkLst>
            <pc:docMk/>
            <pc:sldMk cId="1313300162" sldId="314"/>
            <ac:spMk id="338" creationId="{00000000-0000-0000-0000-000000000000}"/>
          </ac:spMkLst>
        </pc:spChg>
        <pc:cxnChg chg="add mod">
          <ac:chgData name="贵斌 任" userId="bf69534e0d83a1ae" providerId="LiveId" clId="{16E96CA4-9853-5F41-B31C-69CDF084413F}" dt="2023-05-05T10:59:27.257" v="13906" actId="1037"/>
          <ac:cxnSpMkLst>
            <pc:docMk/>
            <pc:sldMk cId="1313300162" sldId="314"/>
            <ac:cxnSpMk id="3" creationId="{8878F981-BECD-D8C5-EA2A-940CCA0FCA84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43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45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48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09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14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24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26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27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47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57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70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71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74" creationId="{00000000-0000-0000-0000-000000000000}"/>
          </ac:cxnSpMkLst>
        </pc:cxnChg>
        <pc:cxnChg chg="mod">
          <ac:chgData name="贵斌 任" userId="bf69534e0d83a1ae" providerId="LiveId" clId="{16E96CA4-9853-5F41-B31C-69CDF084413F}" dt="2023-05-05T10:41:58.843" v="13227" actId="1037"/>
          <ac:cxnSpMkLst>
            <pc:docMk/>
            <pc:sldMk cId="1313300162" sldId="314"/>
            <ac:cxnSpMk id="275" creationId="{00000000-0000-0000-0000-000000000000}"/>
          </ac:cxnSpMkLst>
        </pc:cxnChg>
      </pc:sldChg>
      <pc:sldChg chg="modSp del mod">
        <pc:chgData name="贵斌 任" userId="bf69534e0d83a1ae" providerId="LiveId" clId="{16E96CA4-9853-5F41-B31C-69CDF084413F}" dt="2023-05-05T23:33:48.476" v="20397" actId="2696"/>
        <pc:sldMkLst>
          <pc:docMk/>
          <pc:sldMk cId="2431064902" sldId="315"/>
        </pc:sldMkLst>
        <pc:spChg chg="mod">
          <ac:chgData name="贵斌 任" userId="bf69534e0d83a1ae" providerId="LiveId" clId="{16E96CA4-9853-5F41-B31C-69CDF084413F}" dt="2023-05-05T22:41:48.362" v="18979" actId="14100"/>
          <ac:spMkLst>
            <pc:docMk/>
            <pc:sldMk cId="2431064902" sldId="315"/>
            <ac:spMk id="18" creationId="{00000000-0000-0000-0000-000000000000}"/>
          </ac:spMkLst>
        </pc:spChg>
      </pc:sldChg>
      <pc:sldChg chg="addSp modSp mod">
        <pc:chgData name="贵斌 任" userId="bf69534e0d83a1ae" providerId="LiveId" clId="{16E96CA4-9853-5F41-B31C-69CDF084413F}" dt="2023-05-03T21:58:23.969" v="2128" actId="1076"/>
        <pc:sldMkLst>
          <pc:docMk/>
          <pc:sldMk cId="4014568605" sldId="320"/>
        </pc:sldMkLst>
        <pc:spChg chg="add mod">
          <ac:chgData name="贵斌 任" userId="bf69534e0d83a1ae" providerId="LiveId" clId="{16E96CA4-9853-5F41-B31C-69CDF084413F}" dt="2023-05-03T21:57:38.736" v="2087" actId="27636"/>
          <ac:spMkLst>
            <pc:docMk/>
            <pc:sldMk cId="4014568605" sldId="320"/>
            <ac:spMk id="2" creationId="{9083B1A7-1F14-C6EB-6C0E-A16CA2497A44}"/>
          </ac:spMkLst>
        </pc:spChg>
        <pc:spChg chg="add mod">
          <ac:chgData name="贵斌 任" userId="bf69534e0d83a1ae" providerId="LiveId" clId="{16E96CA4-9853-5F41-B31C-69CDF084413F}" dt="2023-05-03T21:58:21.248" v="2127" actId="1076"/>
          <ac:spMkLst>
            <pc:docMk/>
            <pc:sldMk cId="4014568605" sldId="320"/>
            <ac:spMk id="6" creationId="{203BC9E3-BBE6-8D9D-556F-047F639D6DC8}"/>
          </ac:spMkLst>
        </pc:spChg>
        <pc:spChg chg="add mod">
          <ac:chgData name="贵斌 任" userId="bf69534e0d83a1ae" providerId="LiveId" clId="{16E96CA4-9853-5F41-B31C-69CDF084413F}" dt="2023-05-03T21:57:53.863" v="2117" actId="27636"/>
          <ac:spMkLst>
            <pc:docMk/>
            <pc:sldMk cId="4014568605" sldId="320"/>
            <ac:spMk id="7" creationId="{C6EEA861-25E9-E841-69E2-89B61A8A7145}"/>
          </ac:spMkLst>
        </pc:spChg>
        <pc:spChg chg="mod">
          <ac:chgData name="贵斌 任" userId="bf69534e0d83a1ae" providerId="LiveId" clId="{16E96CA4-9853-5F41-B31C-69CDF084413F}" dt="2023-05-03T21:53:48.449" v="2008" actId="20577"/>
          <ac:spMkLst>
            <pc:docMk/>
            <pc:sldMk cId="4014568605" sldId="320"/>
            <ac:spMk id="18" creationId="{00000000-0000-0000-0000-000000000000}"/>
          </ac:spMkLst>
        </pc:spChg>
        <pc:spChg chg="mod">
          <ac:chgData name="贵斌 任" userId="bf69534e0d83a1ae" providerId="LiveId" clId="{16E96CA4-9853-5F41-B31C-69CDF084413F}" dt="2023-05-03T21:58:00.320" v="2119" actId="14100"/>
          <ac:spMkLst>
            <pc:docMk/>
            <pc:sldMk cId="4014568605" sldId="320"/>
            <ac:spMk id="20" creationId="{00000000-0000-0000-0000-000000000000}"/>
          </ac:spMkLst>
        </pc:spChg>
        <pc:picChg chg="mod">
          <ac:chgData name="贵斌 任" userId="bf69534e0d83a1ae" providerId="LiveId" clId="{16E96CA4-9853-5F41-B31C-69CDF084413F}" dt="2023-05-03T21:58:23.969" v="2128" actId="1076"/>
          <ac:picMkLst>
            <pc:docMk/>
            <pc:sldMk cId="4014568605" sldId="320"/>
            <ac:picMk id="3" creationId="{5B6ED95B-A179-9D95-8D54-DC0D63565209}"/>
          </ac:picMkLst>
        </pc:picChg>
        <pc:cxnChg chg="add mod">
          <ac:chgData name="贵斌 任" userId="bf69534e0d83a1ae" providerId="LiveId" clId="{16E96CA4-9853-5F41-B31C-69CDF084413F}" dt="2023-05-03T21:57:07.439" v="2077" actId="1076"/>
          <ac:cxnSpMkLst>
            <pc:docMk/>
            <pc:sldMk cId="4014568605" sldId="320"/>
            <ac:cxnSpMk id="4" creationId="{24BEB6D5-D593-BECA-3BAA-106AD76146A0}"/>
          </ac:cxnSpMkLst>
        </pc:cxnChg>
        <pc:cxnChg chg="add mod">
          <ac:chgData name="贵斌 任" userId="bf69534e0d83a1ae" providerId="LiveId" clId="{16E96CA4-9853-5F41-B31C-69CDF084413F}" dt="2023-05-03T21:57:48.104" v="2089" actId="1076"/>
          <ac:cxnSpMkLst>
            <pc:docMk/>
            <pc:sldMk cId="4014568605" sldId="320"/>
            <ac:cxnSpMk id="8" creationId="{12D16F3A-FCA4-C378-890D-36262646A17F}"/>
          </ac:cxnSpMkLst>
        </pc:cxnChg>
      </pc:sldChg>
      <pc:sldChg chg="addSp delSp modSp del mod">
        <pc:chgData name="贵斌 任" userId="bf69534e0d83a1ae" providerId="LiveId" clId="{16E96CA4-9853-5F41-B31C-69CDF084413F}" dt="2023-05-04T23:52:33.542" v="12405" actId="2696"/>
        <pc:sldMkLst>
          <pc:docMk/>
          <pc:sldMk cId="3587000186" sldId="321"/>
        </pc:sldMkLst>
        <pc:spChg chg="add mod">
          <ac:chgData name="贵斌 任" userId="bf69534e0d83a1ae" providerId="LiveId" clId="{16E96CA4-9853-5F41-B31C-69CDF084413F}" dt="2023-05-03T22:57:27.526" v="3731" actId="20577"/>
          <ac:spMkLst>
            <pc:docMk/>
            <pc:sldMk cId="3587000186" sldId="321"/>
            <ac:spMk id="2" creationId="{D725459A-291A-023F-2424-2EF45C0776AF}"/>
          </ac:spMkLst>
        </pc:spChg>
        <pc:spChg chg="add del mod">
          <ac:chgData name="贵斌 任" userId="bf69534e0d83a1ae" providerId="LiveId" clId="{16E96CA4-9853-5F41-B31C-69CDF084413F}" dt="2023-05-01T20:19:37.503" v="861" actId="478"/>
          <ac:spMkLst>
            <pc:docMk/>
            <pc:sldMk cId="3587000186" sldId="321"/>
            <ac:spMk id="3" creationId="{310F6EA7-8F8F-425E-0A11-C46222C9EB59}"/>
          </ac:spMkLst>
        </pc:spChg>
        <pc:spChg chg="del">
          <ac:chgData name="贵斌 任" userId="bf69534e0d83a1ae" providerId="LiveId" clId="{16E96CA4-9853-5F41-B31C-69CDF084413F}" dt="2023-04-28T03:19:34.976" v="0" actId="478"/>
          <ac:spMkLst>
            <pc:docMk/>
            <pc:sldMk cId="3587000186" sldId="321"/>
            <ac:spMk id="4" creationId="{B7AAAD5D-4BDD-6BB1-64C1-76C7335A623A}"/>
          </ac:spMkLst>
        </pc:spChg>
        <pc:spChg chg="add del mod">
          <ac:chgData name="贵斌 任" userId="bf69534e0d83a1ae" providerId="LiveId" clId="{16E96CA4-9853-5F41-B31C-69CDF084413F}" dt="2023-05-01T20:21:52.882" v="864"/>
          <ac:spMkLst>
            <pc:docMk/>
            <pc:sldMk cId="3587000186" sldId="321"/>
            <ac:spMk id="4" creationId="{F5887FF8-66BA-B807-2275-973A59544427}"/>
          </ac:spMkLst>
        </pc:spChg>
        <pc:spChg chg="add del mod">
          <ac:chgData name="贵斌 任" userId="bf69534e0d83a1ae" providerId="LiveId" clId="{16E96CA4-9853-5F41-B31C-69CDF084413F}" dt="2023-05-01T20:22:02.814" v="866" actId="478"/>
          <ac:spMkLst>
            <pc:docMk/>
            <pc:sldMk cId="3587000186" sldId="321"/>
            <ac:spMk id="5" creationId="{58D18687-C8FB-65A0-49B2-2A6086586A26}"/>
          </ac:spMkLst>
        </pc:spChg>
        <pc:spChg chg="add del mod">
          <ac:chgData name="贵斌 任" userId="bf69534e0d83a1ae" providerId="LiveId" clId="{16E96CA4-9853-5F41-B31C-69CDF084413F}" dt="2023-05-01T23:17:43.009" v="1016" actId="767"/>
          <ac:spMkLst>
            <pc:docMk/>
            <pc:sldMk cId="3587000186" sldId="321"/>
            <ac:spMk id="6" creationId="{140447C1-E4B2-C50A-A578-D2852E4CE6D0}"/>
          </ac:spMkLst>
        </pc:spChg>
        <pc:spChg chg="mod">
          <ac:chgData name="贵斌 任" userId="bf69534e0d83a1ae" providerId="LiveId" clId="{16E96CA4-9853-5F41-B31C-69CDF084413F}" dt="2023-05-03T21:58:58.053" v="2129" actId="20577"/>
          <ac:spMkLst>
            <pc:docMk/>
            <pc:sldMk cId="3587000186" sldId="321"/>
            <ac:spMk id="18" creationId="{00000000-0000-0000-0000-000000000000}"/>
          </ac:spMkLst>
        </pc:spChg>
        <pc:spChg chg="del">
          <ac:chgData name="贵斌 任" userId="bf69534e0d83a1ae" providerId="LiveId" clId="{16E96CA4-9853-5F41-B31C-69CDF084413F}" dt="2023-04-28T04:25:43.862" v="2" actId="478"/>
          <ac:spMkLst>
            <pc:docMk/>
            <pc:sldMk cId="3587000186" sldId="321"/>
            <ac:spMk id="20" creationId="{00000000-0000-0000-0000-000000000000}"/>
          </ac:spMkLst>
        </pc:spChg>
        <pc:picChg chg="del">
          <ac:chgData name="贵斌 任" userId="bf69534e0d83a1ae" providerId="LiveId" clId="{16E96CA4-9853-5F41-B31C-69CDF084413F}" dt="2023-04-28T04:25:41.130" v="1" actId="478"/>
          <ac:picMkLst>
            <pc:docMk/>
            <pc:sldMk cId="3587000186" sldId="321"/>
            <ac:picMk id="3" creationId="{5B6ED95B-A179-9D95-8D54-DC0D63565209}"/>
          </ac:picMkLst>
        </pc:picChg>
      </pc:sldChg>
      <pc:sldChg chg="addSp delSp modSp add mod">
        <pc:chgData name="贵斌 任" userId="bf69534e0d83a1ae" providerId="LiveId" clId="{16E96CA4-9853-5F41-B31C-69CDF084413F}" dt="2023-05-05T00:50:45.046" v="12627" actId="14100"/>
        <pc:sldMkLst>
          <pc:docMk/>
          <pc:sldMk cId="1883456860" sldId="322"/>
        </pc:sldMkLst>
        <pc:spChg chg="del">
          <ac:chgData name="贵斌 任" userId="bf69534e0d83a1ae" providerId="LiveId" clId="{16E96CA4-9853-5F41-B31C-69CDF084413F}" dt="2023-04-28T05:53:35.178" v="759" actId="478"/>
          <ac:spMkLst>
            <pc:docMk/>
            <pc:sldMk cId="1883456860" sldId="322"/>
            <ac:spMk id="2" creationId="{D725459A-291A-023F-2424-2EF45C0776AF}"/>
          </ac:spMkLst>
        </pc:spChg>
        <pc:spChg chg="add mod">
          <ac:chgData name="贵斌 任" userId="bf69534e0d83a1ae" providerId="LiveId" clId="{16E96CA4-9853-5F41-B31C-69CDF084413F}" dt="2023-05-05T00:50:45.046" v="12627" actId="14100"/>
          <ac:spMkLst>
            <pc:docMk/>
            <pc:sldMk cId="1883456860" sldId="322"/>
            <ac:spMk id="3" creationId="{DC72B03B-E932-F4A7-9334-B09E9C6E2439}"/>
          </ac:spMkLst>
        </pc:spChg>
        <pc:spChg chg="add mod">
          <ac:chgData name="贵斌 任" userId="bf69534e0d83a1ae" providerId="LiveId" clId="{16E96CA4-9853-5F41-B31C-69CDF084413F}" dt="2023-05-05T00:41:21.713" v="12580" actId="20577"/>
          <ac:spMkLst>
            <pc:docMk/>
            <pc:sldMk cId="1883456860" sldId="322"/>
            <ac:spMk id="4" creationId="{4CCD7D95-036D-225A-17AC-0A517316CC03}"/>
          </ac:spMkLst>
        </pc:spChg>
        <pc:spChg chg="mod">
          <ac:chgData name="贵斌 任" userId="bf69534e0d83a1ae" providerId="LiveId" clId="{16E96CA4-9853-5F41-B31C-69CDF084413F}" dt="2023-05-03T22:22:30.109" v="2647" actId="20577"/>
          <ac:spMkLst>
            <pc:docMk/>
            <pc:sldMk cId="1883456860" sldId="322"/>
            <ac:spMk id="18" creationId="{00000000-0000-0000-0000-000000000000}"/>
          </ac:spMkLst>
        </pc:spChg>
        <pc:picChg chg="add mod">
          <ac:chgData name="贵斌 任" userId="bf69534e0d83a1ae" providerId="LiveId" clId="{16E96CA4-9853-5F41-B31C-69CDF084413F}" dt="2023-05-05T00:37:58.154" v="12416" actId="14100"/>
          <ac:picMkLst>
            <pc:docMk/>
            <pc:sldMk cId="1883456860" sldId="322"/>
            <ac:picMk id="2" creationId="{DA4C9011-78C7-29CA-F472-AAE4D2697384}"/>
          </ac:picMkLst>
        </pc:picChg>
        <pc:cxnChg chg="add mod">
          <ac:chgData name="贵斌 任" userId="bf69534e0d83a1ae" providerId="LiveId" clId="{16E96CA4-9853-5F41-B31C-69CDF084413F}" dt="2023-05-05T00:41:07.293" v="12555" actId="1036"/>
          <ac:cxnSpMkLst>
            <pc:docMk/>
            <pc:sldMk cId="1883456860" sldId="322"/>
            <ac:cxnSpMk id="5" creationId="{095AEC7E-DA53-A96F-73E9-C97DFD664DD1}"/>
          </ac:cxnSpMkLst>
        </pc:cxnChg>
      </pc:sldChg>
      <pc:sldChg chg="addSp delSp modSp add mod modNotesTx">
        <pc:chgData name="贵斌 任" userId="bf69534e0d83a1ae" providerId="LiveId" clId="{16E96CA4-9853-5F41-B31C-69CDF084413F}" dt="2023-05-05T10:27:10.148" v="13204" actId="1076"/>
        <pc:sldMkLst>
          <pc:docMk/>
          <pc:sldMk cId="2271302544" sldId="323"/>
        </pc:sldMkLst>
        <pc:spChg chg="del mod">
          <ac:chgData name="贵斌 任" userId="bf69534e0d83a1ae" providerId="LiveId" clId="{16E96CA4-9853-5F41-B31C-69CDF084413F}" dt="2023-05-05T00:55:11.082" v="12628" actId="478"/>
          <ac:spMkLst>
            <pc:docMk/>
            <pc:sldMk cId="2271302544" sldId="323"/>
            <ac:spMk id="2" creationId="{D725459A-291A-023F-2424-2EF45C0776AF}"/>
          </ac:spMkLst>
        </pc:spChg>
        <pc:spChg chg="add del mod">
          <ac:chgData name="贵斌 任" userId="bf69534e0d83a1ae" providerId="LiveId" clId="{16E96CA4-9853-5F41-B31C-69CDF084413F}" dt="2023-05-05T10:22:39.114" v="12919" actId="478"/>
          <ac:spMkLst>
            <pc:docMk/>
            <pc:sldMk cId="2271302544" sldId="323"/>
            <ac:spMk id="4" creationId="{5184C3FB-6736-2F0A-BBD6-B3210F15BFE2}"/>
          </ac:spMkLst>
        </pc:spChg>
        <pc:spChg chg="add del mod">
          <ac:chgData name="贵斌 任" userId="bf69534e0d83a1ae" providerId="LiveId" clId="{16E96CA4-9853-5F41-B31C-69CDF084413F}" dt="2023-05-05T10:22:42.272" v="12920" actId="478"/>
          <ac:spMkLst>
            <pc:docMk/>
            <pc:sldMk cId="2271302544" sldId="323"/>
            <ac:spMk id="6" creationId="{3DE838B8-E041-EA6E-5A1A-53BE6CD67156}"/>
          </ac:spMkLst>
        </pc:spChg>
        <pc:spChg chg="add mod">
          <ac:chgData name="贵斌 任" userId="bf69534e0d83a1ae" providerId="LiveId" clId="{16E96CA4-9853-5F41-B31C-69CDF084413F}" dt="2023-05-05T10:27:10.148" v="13204" actId="1076"/>
          <ac:spMkLst>
            <pc:docMk/>
            <pc:sldMk cId="2271302544" sldId="323"/>
            <ac:spMk id="7" creationId="{94080070-55CE-17F6-DCA8-37E265BCE485}"/>
          </ac:spMkLst>
        </pc:spChg>
        <pc:spChg chg="add mod">
          <ac:chgData name="贵斌 任" userId="bf69534e0d83a1ae" providerId="LiveId" clId="{16E96CA4-9853-5F41-B31C-69CDF084413F}" dt="2023-05-05T10:27:10.148" v="13204" actId="1076"/>
          <ac:spMkLst>
            <pc:docMk/>
            <pc:sldMk cId="2271302544" sldId="323"/>
            <ac:spMk id="9" creationId="{16CD9561-03CF-39B3-D6C5-4EBFC3650800}"/>
          </ac:spMkLst>
        </pc:spChg>
        <pc:spChg chg="mod">
          <ac:chgData name="贵斌 任" userId="bf69534e0d83a1ae" providerId="LiveId" clId="{16E96CA4-9853-5F41-B31C-69CDF084413F}" dt="2023-05-05T10:05:15.957" v="12716" actId="20577"/>
          <ac:spMkLst>
            <pc:docMk/>
            <pc:sldMk cId="2271302544" sldId="323"/>
            <ac:spMk id="18" creationId="{00000000-0000-0000-0000-000000000000}"/>
          </ac:spMkLst>
        </pc:spChg>
        <pc:picChg chg="add mod">
          <ac:chgData name="贵斌 任" userId="bf69534e0d83a1ae" providerId="LiveId" clId="{16E96CA4-9853-5F41-B31C-69CDF084413F}" dt="2023-05-05T10:27:05.531" v="13203" actId="1076"/>
          <ac:picMkLst>
            <pc:docMk/>
            <pc:sldMk cId="2271302544" sldId="323"/>
            <ac:picMk id="3" creationId="{2F00526E-CE7B-14FF-5586-5C9B2C86F605}"/>
          </ac:picMkLst>
        </pc:picChg>
        <pc:cxnChg chg="add del mod">
          <ac:chgData name="贵斌 任" userId="bf69534e0d83a1ae" providerId="LiveId" clId="{16E96CA4-9853-5F41-B31C-69CDF084413F}" dt="2023-05-05T10:22:39.114" v="12919" actId="478"/>
          <ac:cxnSpMkLst>
            <pc:docMk/>
            <pc:sldMk cId="2271302544" sldId="323"/>
            <ac:cxnSpMk id="5" creationId="{1D8C451F-BCC2-81B6-D8E5-C7CFEF02AE9B}"/>
          </ac:cxnSpMkLst>
        </pc:cxnChg>
        <pc:cxnChg chg="add mod">
          <ac:chgData name="贵斌 任" userId="bf69534e0d83a1ae" providerId="LiveId" clId="{16E96CA4-9853-5F41-B31C-69CDF084413F}" dt="2023-05-05T10:27:10.148" v="13204" actId="1076"/>
          <ac:cxnSpMkLst>
            <pc:docMk/>
            <pc:sldMk cId="2271302544" sldId="323"/>
            <ac:cxnSpMk id="8" creationId="{D1B82FBD-C151-A178-9D73-F55F27C27D10}"/>
          </ac:cxnSpMkLst>
        </pc:cxnChg>
      </pc:sldChg>
      <pc:sldChg chg="addSp delSp modSp add mod modNotesTx">
        <pc:chgData name="贵斌 任" userId="bf69534e0d83a1ae" providerId="LiveId" clId="{16E96CA4-9853-5F41-B31C-69CDF084413F}" dt="2023-05-05T11:00:53.273" v="13934" actId="20577"/>
        <pc:sldMkLst>
          <pc:docMk/>
          <pc:sldMk cId="2278875586" sldId="324"/>
        </pc:sldMkLst>
        <pc:spChg chg="add del mod">
          <ac:chgData name="贵斌 任" userId="bf69534e0d83a1ae" providerId="LiveId" clId="{16E96CA4-9853-5F41-B31C-69CDF084413F}" dt="2023-05-02T23:02:30.079" v="1032" actId="478"/>
          <ac:spMkLst>
            <pc:docMk/>
            <pc:sldMk cId="2278875586" sldId="324"/>
            <ac:spMk id="2" creationId="{A9F1575A-A922-87D3-A437-5AE8B9BFCDCB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4" creationId="{EDFF8591-2179-C3AB-8D37-604118AABC5E}"/>
          </ac:spMkLst>
        </pc:spChg>
        <pc:spChg chg="add del mod">
          <ac:chgData name="贵斌 任" userId="bf69534e0d83a1ae" providerId="LiveId" clId="{16E96CA4-9853-5F41-B31C-69CDF084413F}" dt="2023-05-03T18:15:08.244" v="1045" actId="478"/>
          <ac:spMkLst>
            <pc:docMk/>
            <pc:sldMk cId="2278875586" sldId="324"/>
            <ac:spMk id="5" creationId="{B57C7B6E-AC1A-A922-BA6F-FEEA43B36BA0}"/>
          </ac:spMkLst>
        </pc:spChg>
        <pc:spChg chg="add del mod">
          <ac:chgData name="贵斌 任" userId="bf69534e0d83a1ae" providerId="LiveId" clId="{16E96CA4-9853-5F41-B31C-69CDF084413F}" dt="2023-05-03T18:15:34.709" v="1076"/>
          <ac:spMkLst>
            <pc:docMk/>
            <pc:sldMk cId="2278875586" sldId="324"/>
            <ac:spMk id="6" creationId="{42CA21BA-BC11-C7A4-087D-779E3702C0CF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7" creationId="{936E8982-1E3B-8FF5-0A4D-EC665E720217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8" creationId="{416C3B63-56F9-E354-B34B-29D04899BFAA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9" creationId="{B77551E6-4D05-622B-8C2E-94A6E69DCBDC}"/>
          </ac:spMkLst>
        </pc:spChg>
        <pc:spChg chg="mod">
          <ac:chgData name="贵斌 任" userId="bf69534e0d83a1ae" providerId="LiveId" clId="{16E96CA4-9853-5F41-B31C-69CDF084413F}" dt="2023-05-03T18:16:17.581" v="1092"/>
          <ac:spMkLst>
            <pc:docMk/>
            <pc:sldMk cId="2278875586" sldId="324"/>
            <ac:spMk id="11" creationId="{C297A531-A14B-68EC-5C56-848725167189}"/>
          </ac:spMkLst>
        </pc:spChg>
        <pc:spChg chg="mod">
          <ac:chgData name="贵斌 任" userId="bf69534e0d83a1ae" providerId="LiveId" clId="{16E96CA4-9853-5F41-B31C-69CDF084413F}" dt="2023-05-03T18:16:17.581" v="1092"/>
          <ac:spMkLst>
            <pc:docMk/>
            <pc:sldMk cId="2278875586" sldId="324"/>
            <ac:spMk id="12" creationId="{2CE10B88-3A20-FF05-A2C3-B5EAB1E3B30E}"/>
          </ac:spMkLst>
        </pc:spChg>
        <pc:spChg chg="mod">
          <ac:chgData name="贵斌 任" userId="bf69534e0d83a1ae" providerId="LiveId" clId="{16E96CA4-9853-5F41-B31C-69CDF084413F}" dt="2023-05-03T18:16:17.581" v="1092"/>
          <ac:spMkLst>
            <pc:docMk/>
            <pc:sldMk cId="2278875586" sldId="324"/>
            <ac:spMk id="13" creationId="{9823302F-CAAF-6630-534C-084E42AAD024}"/>
          </ac:spMkLst>
        </pc:spChg>
        <pc:spChg chg="mod">
          <ac:chgData name="贵斌 任" userId="bf69534e0d83a1ae" providerId="LiveId" clId="{16E96CA4-9853-5F41-B31C-69CDF084413F}" dt="2023-05-03T18:16:17.581" v="1092"/>
          <ac:spMkLst>
            <pc:docMk/>
            <pc:sldMk cId="2278875586" sldId="324"/>
            <ac:spMk id="14" creationId="{62BB98BB-48A2-8F60-105F-D8A478FF9672}"/>
          </ac:spMkLst>
        </pc:spChg>
        <pc:spChg chg="add del mod">
          <ac:chgData name="贵斌 任" userId="bf69534e0d83a1ae" providerId="LiveId" clId="{16E96CA4-9853-5F41-B31C-69CDF084413F}" dt="2023-05-03T18:18:45.363" v="1129" actId="478"/>
          <ac:spMkLst>
            <pc:docMk/>
            <pc:sldMk cId="2278875586" sldId="324"/>
            <ac:spMk id="15" creationId="{F9B116E7-D587-3123-4351-02481C9D6582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16" creationId="{DB40B34F-F130-C1EC-4BA5-1267A7B69075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17" creationId="{4206CAC2-A5BB-03A4-CC2A-A599B87C5926}"/>
          </ac:spMkLst>
        </pc:spChg>
        <pc:spChg chg="mod">
          <ac:chgData name="贵斌 任" userId="bf69534e0d83a1ae" providerId="LiveId" clId="{16E96CA4-9853-5F41-B31C-69CDF084413F}" dt="2023-05-03T21:53:53.776" v="2012" actId="20577"/>
          <ac:spMkLst>
            <pc:docMk/>
            <pc:sldMk cId="2278875586" sldId="324"/>
            <ac:spMk id="18" creationId="{00000000-0000-0000-0000-000000000000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19" creationId="{DC333588-5040-2979-51DB-57A77AD2EF63}"/>
          </ac:spMkLst>
        </pc:spChg>
        <pc:spChg chg="del">
          <ac:chgData name="贵斌 任" userId="bf69534e0d83a1ae" providerId="LiveId" clId="{16E96CA4-9853-5F41-B31C-69CDF084413F}" dt="2023-05-02T23:02:30.079" v="1032" actId="478"/>
          <ac:spMkLst>
            <pc:docMk/>
            <pc:sldMk cId="2278875586" sldId="324"/>
            <ac:spMk id="20" creationId="{00000000-0000-0000-0000-000000000000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21" creationId="{727461C8-3461-D245-50F0-518A6D9E4632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22" creationId="{42CA6648-F4B9-B089-EAD8-C7D37C7CC044}"/>
          </ac:spMkLst>
        </pc:spChg>
        <pc:spChg chg="add del mod">
          <ac:chgData name="贵斌 任" userId="bf69534e0d83a1ae" providerId="LiveId" clId="{16E96CA4-9853-5F41-B31C-69CDF084413F}" dt="2023-05-03T18:21:36.587" v="1157" actId="478"/>
          <ac:spMkLst>
            <pc:docMk/>
            <pc:sldMk cId="2278875586" sldId="324"/>
            <ac:spMk id="23" creationId="{06EDBABC-32B7-C6A3-6989-89A85F209FBB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25" creationId="{064C4558-AF52-B48B-332D-272CC7D8387D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26" creationId="{FA866325-7AEB-FB39-68AC-8337506CA558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27" creationId="{C248F052-D306-6F93-57AE-4098C85E89D0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28" creationId="{C76421BD-F077-5D75-DAC0-DAFE0A8F2BF2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30" creationId="{E99516C4-8384-6554-6787-E2A7CB03E573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31" creationId="{811EE426-7B83-5639-D494-26146F1E36B6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33" creationId="{A14AE678-DFFB-BBA5-32B9-5464BB84F25A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34" creationId="{54E757BC-5B71-0C16-9911-B2D18EACE465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36" creationId="{CE0BA830-B3AD-387F-FEE3-96FD31D9B056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37" creationId="{1194AC07-1E4D-CF9C-1C32-D4B6307F801B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39" creationId="{5A2F6DC1-E22F-4C13-411F-CACD78FFB7D2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40" creationId="{944A51AD-5288-0DB5-F82A-216FA3A41AF7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41" creationId="{AC7EB409-F8FD-7D67-A52A-9680F6FD939F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42" creationId="{6C4B92BC-81E9-D2F5-3509-B134F0145C2D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43" creationId="{E4536D76-517F-3743-6638-E5EB818689A3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45" creationId="{DD257590-F22D-D4CD-FD70-6E3C24FC68B7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46" creationId="{A3BD560A-A09D-ECED-3721-FE5036C6FD3A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47" creationId="{581FEDE3-FD73-9638-3A2B-1FFD1A11DC64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48" creationId="{8807ABB7-8260-B6B5-6F4C-ACD074EC3177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49" creationId="{7417FFA8-9BE6-4D22-09B2-3BBA055F97D6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50" creationId="{63433C56-8332-2B2C-36B2-8D51D08D157B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51" creationId="{6473A4FF-5E73-88B3-4160-BE1F33A5A296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52" creationId="{90B950B2-42F1-2E11-1D19-F83D0422991C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54" creationId="{61F38339-B692-662A-31FC-1D5D1EACC403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55" creationId="{64048934-66A8-5975-D960-F4A37309CCE5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56" creationId="{61FFE5C9-86CA-1B39-30D8-93178AF34BF3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57" creationId="{E67C197F-85D2-450B-C54F-09424CDB6EF8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58" creationId="{E86803C1-E8A1-8645-909D-5D7542CC9C8A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62" creationId="{E09E7AE1-6DA0-FCCA-2952-AE49FABC48D2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66" creationId="{A3F5B066-A1AE-53B6-5C07-5F158152EA42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67" creationId="{96665D3D-1175-806B-FAC0-C81D267A1498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68" creationId="{A57E0287-4326-727F-F9DD-31ECF6E8283B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69" creationId="{C4115009-92B1-5F66-1FB8-226D72916113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74" creationId="{21B207EE-9A9A-0F12-9BC9-0929062B2FA0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77" creationId="{0BE7F36C-D9DC-AA86-508D-A8271E64E04A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78" creationId="{9D782C60-A974-A1C6-3EEB-DB0B306521C6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79" creationId="{7E065BB5-FA81-E358-E8F0-303C0EC25499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80" creationId="{55315FD8-6B91-6DBC-0D14-9E93AB2EBEE0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81" creationId="{0A42EAF3-B2C8-CC4E-A847-4FDDE49400F1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82" creationId="{73BB2038-B98E-DA17-2D5B-67930D819208}"/>
          </ac:spMkLst>
        </pc:spChg>
        <pc:spChg chg="add del mod">
          <ac:chgData name="贵斌 任" userId="bf69534e0d83a1ae" providerId="LiveId" clId="{16E96CA4-9853-5F41-B31C-69CDF084413F}" dt="2023-05-03T18:22:26.561" v="1166" actId="478"/>
          <ac:spMkLst>
            <pc:docMk/>
            <pc:sldMk cId="2278875586" sldId="324"/>
            <ac:spMk id="83" creationId="{6BBD5592-9865-09C0-5959-8ABD75CEB854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84" creationId="{F622344D-726A-735C-16A6-49DDEE27A5AB}"/>
          </ac:spMkLst>
        </pc:spChg>
        <pc:spChg chg="add del mod">
          <ac:chgData name="贵斌 任" userId="bf69534e0d83a1ae" providerId="LiveId" clId="{16E96CA4-9853-5F41-B31C-69CDF084413F}" dt="2023-05-03T18:22:24.379" v="1165" actId="478"/>
          <ac:spMkLst>
            <pc:docMk/>
            <pc:sldMk cId="2278875586" sldId="324"/>
            <ac:spMk id="85" creationId="{101B4A31-2040-7AF6-1509-288460970458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86" creationId="{1F6179A7-B8C0-5B8F-10C1-773D3FF0D9BA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87" creationId="{50B23BC9-D204-BC74-323C-E1FD8B737A9B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88" creationId="{26EF2B48-468E-2C76-55FB-8409F2A54729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89" creationId="{6EB40B7B-4D53-1F1B-8537-969613E057D7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91" creationId="{0A197A74-821D-245B-5F3A-070B3F9BEBF3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92" creationId="{3ABEC2FD-721D-77B4-D933-B302A5DC90E7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93" creationId="{A719BFBD-8169-E093-E4FE-9C33A4C10294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94" creationId="{1A5866E8-E193-F1A4-F91C-2DB65797F636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95" creationId="{A8BE4E29-27E4-3662-357E-C493D4465205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96" creationId="{79522B70-9640-F652-8F65-37C89FAEB6F5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97" creationId="{AADE773B-F4F3-DFE4-B806-43835CB5E551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99" creationId="{11FA7077-35F9-8B8F-FECC-2923875E8F09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102" creationId="{3C72984C-337C-FDF6-209A-4DC60C65E571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103" creationId="{9484D9F9-ADE0-C8CD-4726-B6A715887D1C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104" creationId="{E157A1BB-75B4-5243-BF9D-8E6CAB13432D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106" creationId="{04E2D896-2A30-A54F-1F46-63DB6DA8EAE6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107" creationId="{32DB49E7-CBE6-BD0C-0C5A-E5BAF100641C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108" creationId="{CDE8E672-D50E-E7F1-B539-4F1E6B5A05C9}"/>
          </ac:spMkLst>
        </pc:spChg>
        <pc:spChg chg="mod">
          <ac:chgData name="贵斌 任" userId="bf69534e0d83a1ae" providerId="LiveId" clId="{16E96CA4-9853-5F41-B31C-69CDF084413F}" dt="2023-05-03T18:21:44.931" v="1158"/>
          <ac:spMkLst>
            <pc:docMk/>
            <pc:sldMk cId="2278875586" sldId="324"/>
            <ac:spMk id="109" creationId="{3B6D311E-94C2-FBE0-C924-EE2FFA5DB70D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110" creationId="{04D23B3D-1BB0-3FB1-57BB-E421A83CC741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111" creationId="{75C36611-E814-8A1F-A5B4-B9D293A728A2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112" creationId="{62310FC2-EF0E-0465-96A6-A1851AB98EF7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113" creationId="{7F2E6454-9505-BB5C-8E6C-E60A57CB32C6}"/>
          </ac:spMkLst>
        </pc:spChg>
        <pc:spChg chg="add del mod">
          <ac:chgData name="贵斌 任" userId="bf69534e0d83a1ae" providerId="LiveId" clId="{16E96CA4-9853-5F41-B31C-69CDF084413F}" dt="2023-05-03T21:10:55.283" v="1181" actId="478"/>
          <ac:spMkLst>
            <pc:docMk/>
            <pc:sldMk cId="2278875586" sldId="324"/>
            <ac:spMk id="114" creationId="{8D7D016A-6867-820C-8F8B-ABDBEF65D7C1}"/>
          </ac:spMkLst>
        </pc:spChg>
        <pc:spChg chg="add del mod">
          <ac:chgData name="贵斌 任" userId="bf69534e0d83a1ae" providerId="LiveId" clId="{16E96CA4-9853-5F41-B31C-69CDF084413F}" dt="2023-05-03T18:21:48.374" v="1159" actId="478"/>
          <ac:spMkLst>
            <pc:docMk/>
            <pc:sldMk cId="2278875586" sldId="324"/>
            <ac:spMk id="115" creationId="{269DF950-3F0A-6D61-E061-77F55DA620BE}"/>
          </ac:spMkLst>
        </pc:spChg>
        <pc:spChg chg="add mod">
          <ac:chgData name="贵斌 任" userId="bf69534e0d83a1ae" providerId="LiveId" clId="{16E96CA4-9853-5F41-B31C-69CDF084413F}" dt="2023-05-03T21:50:55.959" v="1843" actId="1036"/>
          <ac:spMkLst>
            <pc:docMk/>
            <pc:sldMk cId="2278875586" sldId="324"/>
            <ac:spMk id="122" creationId="{E6F8E179-5E72-4585-F3C2-04E82FD619C8}"/>
          </ac:spMkLst>
        </pc:spChg>
        <pc:spChg chg="add mod">
          <ac:chgData name="贵斌 任" userId="bf69534e0d83a1ae" providerId="LiveId" clId="{16E96CA4-9853-5F41-B31C-69CDF084413F}" dt="2023-05-03T21:52:22.024" v="2004" actId="20577"/>
          <ac:spMkLst>
            <pc:docMk/>
            <pc:sldMk cId="2278875586" sldId="324"/>
            <ac:spMk id="125" creationId="{570D4745-97FA-EDC4-99A5-14A4E888EF28}"/>
          </ac:spMkLst>
        </pc:spChg>
        <pc:grpChg chg="add del mod">
          <ac:chgData name="贵斌 任" userId="bf69534e0d83a1ae" providerId="LiveId" clId="{16E96CA4-9853-5F41-B31C-69CDF084413F}" dt="2023-05-03T18:18:45.363" v="1129" actId="478"/>
          <ac:grpSpMkLst>
            <pc:docMk/>
            <pc:sldMk cId="2278875586" sldId="324"/>
            <ac:grpSpMk id="10" creationId="{C9682B64-D63A-AD38-63A7-76D20DCBA931}"/>
          </ac:grpSpMkLst>
        </pc:grpChg>
        <pc:grpChg chg="add del mod">
          <ac:chgData name="贵斌 任" userId="bf69534e0d83a1ae" providerId="LiveId" clId="{16E96CA4-9853-5F41-B31C-69CDF084413F}" dt="2023-05-03T21:10:55.283" v="1181" actId="478"/>
          <ac:grpSpMkLst>
            <pc:docMk/>
            <pc:sldMk cId="2278875586" sldId="324"/>
            <ac:grpSpMk id="29" creationId="{BA7AED91-71E3-8075-EA5E-D8733A2A835A}"/>
          </ac:grpSpMkLst>
        </pc:grpChg>
        <pc:grpChg chg="add del mod">
          <ac:chgData name="贵斌 任" userId="bf69534e0d83a1ae" providerId="LiveId" clId="{16E96CA4-9853-5F41-B31C-69CDF084413F}" dt="2023-05-03T21:10:55.283" v="1181" actId="478"/>
          <ac:grpSpMkLst>
            <pc:docMk/>
            <pc:sldMk cId="2278875586" sldId="324"/>
            <ac:grpSpMk id="32" creationId="{0725E122-A674-7DDD-C861-C443856F9F01}"/>
          </ac:grpSpMkLst>
        </pc:grpChg>
        <pc:grpChg chg="add del mod">
          <ac:chgData name="贵斌 任" userId="bf69534e0d83a1ae" providerId="LiveId" clId="{16E96CA4-9853-5F41-B31C-69CDF084413F}" dt="2023-05-03T21:10:55.283" v="1181" actId="478"/>
          <ac:grpSpMkLst>
            <pc:docMk/>
            <pc:sldMk cId="2278875586" sldId="324"/>
            <ac:grpSpMk id="35" creationId="{08D16DF0-9632-0CF2-2FB3-420EBB6B0E4C}"/>
          </ac:grpSpMkLst>
        </pc:grpChg>
        <pc:grpChg chg="add del mod">
          <ac:chgData name="贵斌 任" userId="bf69534e0d83a1ae" providerId="LiveId" clId="{16E96CA4-9853-5F41-B31C-69CDF084413F}" dt="2023-05-03T21:10:55.283" v="1181" actId="478"/>
          <ac:grpSpMkLst>
            <pc:docMk/>
            <pc:sldMk cId="2278875586" sldId="324"/>
            <ac:grpSpMk id="38" creationId="{47316E43-F87A-B941-2554-EB81E6081EE2}"/>
          </ac:grpSpMkLst>
        </pc:grpChg>
        <pc:grpChg chg="add del mod">
          <ac:chgData name="贵斌 任" userId="bf69534e0d83a1ae" providerId="LiveId" clId="{16E96CA4-9853-5F41-B31C-69CDF084413F}" dt="2023-05-03T21:10:55.283" v="1181" actId="478"/>
          <ac:grpSpMkLst>
            <pc:docMk/>
            <pc:sldMk cId="2278875586" sldId="324"/>
            <ac:grpSpMk id="65" creationId="{FD1221D9-9394-7B62-5F9E-A10FED144DE8}"/>
          </ac:grpSpMkLst>
        </pc:grpChg>
        <pc:grpChg chg="add del mod">
          <ac:chgData name="贵斌 任" userId="bf69534e0d83a1ae" providerId="LiveId" clId="{16E96CA4-9853-5F41-B31C-69CDF084413F}" dt="2023-05-03T21:10:55.283" v="1181" actId="478"/>
          <ac:grpSpMkLst>
            <pc:docMk/>
            <pc:sldMk cId="2278875586" sldId="324"/>
            <ac:grpSpMk id="105" creationId="{2EF4E543-9041-90AE-C4D2-187320D9F0F6}"/>
          </ac:grpSpMkLst>
        </pc:grpChg>
        <pc:picChg chg="del">
          <ac:chgData name="贵斌 任" userId="bf69534e0d83a1ae" providerId="LiveId" clId="{16E96CA4-9853-5F41-B31C-69CDF084413F}" dt="2023-05-02T23:02:30.079" v="1032" actId="478"/>
          <ac:picMkLst>
            <pc:docMk/>
            <pc:sldMk cId="2278875586" sldId="324"/>
            <ac:picMk id="3" creationId="{5B6ED95B-A179-9D95-8D54-DC0D63565209}"/>
          </ac:picMkLst>
        </pc:picChg>
        <pc:picChg chg="add del mod">
          <ac:chgData name="贵斌 任" userId="bf69534e0d83a1ae" providerId="LiveId" clId="{16E96CA4-9853-5F41-B31C-69CDF084413F}" dt="2023-05-03T21:10:55.283" v="1181" actId="478"/>
          <ac:picMkLst>
            <pc:docMk/>
            <pc:sldMk cId="2278875586" sldId="324"/>
            <ac:picMk id="24" creationId="{7DCE9AF4-41CF-2DEA-B78B-4DC0D5F33AC5}"/>
          </ac:picMkLst>
        </pc:picChg>
        <pc:picChg chg="add del mod">
          <ac:chgData name="贵斌 任" userId="bf69534e0d83a1ae" providerId="LiveId" clId="{16E96CA4-9853-5F41-B31C-69CDF084413F}" dt="2023-05-03T21:20:40.895" v="1190" actId="478"/>
          <ac:picMkLst>
            <pc:docMk/>
            <pc:sldMk cId="2278875586" sldId="324"/>
            <ac:picMk id="120" creationId="{94DD4DCC-FE5F-85F1-8E6E-A39DBF2F25A3}"/>
          </ac:picMkLst>
        </pc:picChg>
        <pc:picChg chg="add mod">
          <ac:chgData name="贵斌 任" userId="bf69534e0d83a1ae" providerId="LiveId" clId="{16E96CA4-9853-5F41-B31C-69CDF084413F}" dt="2023-05-03T21:51:57.249" v="1988" actId="1076"/>
          <ac:picMkLst>
            <pc:docMk/>
            <pc:sldMk cId="2278875586" sldId="324"/>
            <ac:picMk id="121" creationId="{51850AAF-0403-5317-DCB8-7AD0B0F03C5F}"/>
          </ac:picMkLst>
        </pc:pic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44" creationId="{7E202FAD-54A6-3830-DA70-70D3D0EB4E52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53" creationId="{B1C5C1F1-696F-6FE1-40DF-24CE8B9F274F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59" creationId="{D3FC4FEB-DA9D-FBF1-1007-187EF4214002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60" creationId="{44668AFA-1BFB-E1F6-558B-0389542C3AC4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61" creationId="{59D50AEF-E24D-B39E-776F-B1809B71ACA9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63" creationId="{81C9BFE2-351D-78EC-6905-9C5D4E238C71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64" creationId="{50894A8F-0628-0E21-900D-1B299662EA24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70" creationId="{FBEE8EF6-414D-5E3E-BBCF-A734D5CA6B09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71" creationId="{A3098930-CFDE-FA8C-5303-3051ED9C3AB6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72" creationId="{CAFF8A1A-28B7-5331-8A86-4A49D6AD54D2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73" creationId="{6CF62493-9466-54CA-F28B-67FD0F8236F4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75" creationId="{6D0B34CB-6EA6-96C7-8F26-9D3DBBD219D0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76" creationId="{5CD5946F-5046-465A-7418-A41AA77F2CEE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90" creationId="{9C75098B-1E8D-D7D8-3CA2-DD8436404EF2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98" creationId="{41A5C27B-C55B-4AA6-BF1D-18875E4BA5D1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100" creationId="{100C12F9-E4BB-53C7-4E86-21D65A19D54A}"/>
          </ac:cxnSpMkLst>
        </pc:cxnChg>
        <pc:cxnChg chg="add del mod">
          <ac:chgData name="贵斌 任" userId="bf69534e0d83a1ae" providerId="LiveId" clId="{16E96CA4-9853-5F41-B31C-69CDF084413F}" dt="2023-05-03T21:10:55.283" v="1181" actId="478"/>
          <ac:cxnSpMkLst>
            <pc:docMk/>
            <pc:sldMk cId="2278875586" sldId="324"/>
            <ac:cxnSpMk id="101" creationId="{E387DFBD-3C7C-8447-2643-484053EA584A}"/>
          </ac:cxnSpMkLst>
        </pc:cxnChg>
        <pc:cxnChg chg="add mod">
          <ac:chgData name="贵斌 任" userId="bf69534e0d83a1ae" providerId="LiveId" clId="{16E96CA4-9853-5F41-B31C-69CDF084413F}" dt="2023-05-03T21:50:55.959" v="1843" actId="1036"/>
          <ac:cxnSpMkLst>
            <pc:docMk/>
            <pc:sldMk cId="2278875586" sldId="324"/>
            <ac:cxnSpMk id="123" creationId="{0633AE7A-6E1C-1907-B310-FF22687BC41D}"/>
          </ac:cxnSpMkLst>
        </pc:cxnChg>
      </pc:sldChg>
      <pc:sldChg chg="modSp add del mod">
        <pc:chgData name="贵斌 任" userId="bf69534e0d83a1ae" providerId="LiveId" clId="{16E96CA4-9853-5F41-B31C-69CDF084413F}" dt="2023-05-03T21:53:43.602" v="2005" actId="2696"/>
        <pc:sldMkLst>
          <pc:docMk/>
          <pc:sldMk cId="1237731046" sldId="325"/>
        </pc:sldMkLst>
        <pc:spChg chg="mod">
          <ac:chgData name="贵斌 任" userId="bf69534e0d83a1ae" providerId="LiveId" clId="{16E96CA4-9853-5F41-B31C-69CDF084413F}" dt="2023-05-03T18:30:07.801" v="1168" actId="1076"/>
          <ac:spMkLst>
            <pc:docMk/>
            <pc:sldMk cId="1237731046" sldId="325"/>
            <ac:spMk id="54" creationId="{61F38339-B692-662A-31FC-1D5D1EACC403}"/>
          </ac:spMkLst>
        </pc:spChg>
        <pc:cxnChg chg="mod">
          <ac:chgData name="贵斌 任" userId="bf69534e0d83a1ae" providerId="LiveId" clId="{16E96CA4-9853-5F41-B31C-69CDF084413F}" dt="2023-05-03T18:30:07.801" v="1168" actId="1076"/>
          <ac:cxnSpMkLst>
            <pc:docMk/>
            <pc:sldMk cId="1237731046" sldId="325"/>
            <ac:cxnSpMk id="59" creationId="{D3FC4FEB-DA9D-FBF1-1007-187EF4214002}"/>
          </ac:cxnSpMkLst>
        </pc:cxnChg>
      </pc:sldChg>
      <pc:sldChg chg="addSp delSp modSp add del mod">
        <pc:chgData name="贵斌 任" userId="bf69534e0d83a1ae" providerId="LiveId" clId="{16E96CA4-9853-5F41-B31C-69CDF084413F}" dt="2023-05-03T23:37:21.038" v="6531" actId="2696"/>
        <pc:sldMkLst>
          <pc:docMk/>
          <pc:sldMk cId="2864975685" sldId="325"/>
        </pc:sldMkLst>
        <pc:spChg chg="mod">
          <ac:chgData name="贵斌 任" userId="bf69534e0d83a1ae" providerId="LiveId" clId="{16E96CA4-9853-5F41-B31C-69CDF084413F}" dt="2023-05-03T23:19:46.239" v="5689" actId="1076"/>
          <ac:spMkLst>
            <pc:docMk/>
            <pc:sldMk cId="2864975685" sldId="325"/>
            <ac:spMk id="2" creationId="{D725459A-291A-023F-2424-2EF45C0776AF}"/>
          </ac:spMkLst>
        </pc:spChg>
        <pc:spChg chg="add del mod">
          <ac:chgData name="贵斌 任" userId="bf69534e0d83a1ae" providerId="LiveId" clId="{16E96CA4-9853-5F41-B31C-69CDF084413F}" dt="2023-05-03T23:19:41.681" v="5686" actId="478"/>
          <ac:spMkLst>
            <pc:docMk/>
            <pc:sldMk cId="2864975685" sldId="325"/>
            <ac:spMk id="3" creationId="{9D56B491-1161-D06B-0288-E896EC15398C}"/>
          </ac:spMkLst>
        </pc:spChg>
        <pc:spChg chg="add del mod">
          <ac:chgData name="贵斌 任" userId="bf69534e0d83a1ae" providerId="LiveId" clId="{16E96CA4-9853-5F41-B31C-69CDF084413F}" dt="2023-05-03T23:19:44.018" v="5688" actId="478"/>
          <ac:spMkLst>
            <pc:docMk/>
            <pc:sldMk cId="2864975685" sldId="325"/>
            <ac:spMk id="6" creationId="{06A80CE4-32D6-D126-A5C4-66E6B3CB19DB}"/>
          </ac:spMkLst>
        </pc:spChg>
        <pc:cxnChg chg="add del mod">
          <ac:chgData name="贵斌 任" userId="bf69534e0d83a1ae" providerId="LiveId" clId="{16E96CA4-9853-5F41-B31C-69CDF084413F}" dt="2023-05-03T23:19:42.813" v="5687" actId="478"/>
          <ac:cxnSpMkLst>
            <pc:docMk/>
            <pc:sldMk cId="2864975685" sldId="325"/>
            <ac:cxnSpMk id="4" creationId="{5FFCDA8F-BEDC-34CD-C04E-C685A213E083}"/>
          </ac:cxnSpMkLst>
        </pc:cxnChg>
      </pc:sldChg>
      <pc:sldChg chg="addSp delSp modSp add del mod">
        <pc:chgData name="贵斌 任" userId="bf69534e0d83a1ae" providerId="LiveId" clId="{16E96CA4-9853-5F41-B31C-69CDF084413F}" dt="2023-05-05T11:47:02.437" v="14378" actId="2696"/>
        <pc:sldMkLst>
          <pc:docMk/>
          <pc:sldMk cId="922151171" sldId="326"/>
        </pc:sldMkLst>
        <pc:spChg chg="del">
          <ac:chgData name="贵斌 任" userId="bf69534e0d83a1ae" providerId="LiveId" clId="{16E96CA4-9853-5F41-B31C-69CDF084413F}" dt="2023-05-03T23:18:57.003" v="5658" actId="478"/>
          <ac:spMkLst>
            <pc:docMk/>
            <pc:sldMk cId="922151171" sldId="326"/>
            <ac:spMk id="2" creationId="{D725459A-291A-023F-2424-2EF45C0776AF}"/>
          </ac:spMkLst>
        </pc:spChg>
        <pc:spChg chg="mod">
          <ac:chgData name="贵斌 任" userId="bf69534e0d83a1ae" providerId="LiveId" clId="{16E96CA4-9853-5F41-B31C-69CDF084413F}" dt="2023-05-03T23:24:34.671" v="6011" actId="2711"/>
          <ac:spMkLst>
            <pc:docMk/>
            <pc:sldMk cId="922151171" sldId="326"/>
            <ac:spMk id="3" creationId="{9D56B491-1161-D06B-0288-E896EC15398C}"/>
          </ac:spMkLst>
        </pc:spChg>
        <pc:spChg chg="mod">
          <ac:chgData name="贵斌 任" userId="bf69534e0d83a1ae" providerId="LiveId" clId="{16E96CA4-9853-5F41-B31C-69CDF084413F}" dt="2023-05-03T23:20:36.431" v="5718" actId="1035"/>
          <ac:spMkLst>
            <pc:docMk/>
            <pc:sldMk cId="922151171" sldId="326"/>
            <ac:spMk id="6" creationId="{06A80CE4-32D6-D126-A5C4-66E6B3CB19DB}"/>
          </ac:spMkLst>
        </pc:spChg>
        <pc:spChg chg="add mod">
          <ac:chgData name="贵斌 任" userId="bf69534e0d83a1ae" providerId="LiveId" clId="{16E96CA4-9853-5F41-B31C-69CDF084413F}" dt="2023-05-03T23:28:33.945" v="6378" actId="404"/>
          <ac:spMkLst>
            <pc:docMk/>
            <pc:sldMk cId="922151171" sldId="326"/>
            <ac:spMk id="7" creationId="{E6E7D2B9-0C51-EC99-E499-06896889157A}"/>
          </ac:spMkLst>
        </pc:spChg>
        <pc:spChg chg="add mod">
          <ac:chgData name="贵斌 任" userId="bf69534e0d83a1ae" providerId="LiveId" clId="{16E96CA4-9853-5F41-B31C-69CDF084413F}" dt="2023-05-03T23:38:00.843" v="6536" actId="207"/>
          <ac:spMkLst>
            <pc:docMk/>
            <pc:sldMk cId="922151171" sldId="326"/>
            <ac:spMk id="9" creationId="{01C4137B-2748-C4AA-D945-3CA0C71CD58B}"/>
          </ac:spMkLst>
        </pc:spChg>
        <pc:spChg chg="add mod">
          <ac:chgData name="贵斌 任" userId="bf69534e0d83a1ae" providerId="LiveId" clId="{16E96CA4-9853-5F41-B31C-69CDF084413F}" dt="2023-05-03T23:39:44.770" v="6603" actId="1076"/>
          <ac:spMkLst>
            <pc:docMk/>
            <pc:sldMk cId="922151171" sldId="326"/>
            <ac:spMk id="10" creationId="{40184CB7-FF9F-58D1-F102-04A708074ADE}"/>
          </ac:spMkLst>
        </pc:spChg>
        <pc:spChg chg="add mod">
          <ac:chgData name="贵斌 任" userId="bf69534e0d83a1ae" providerId="LiveId" clId="{16E96CA4-9853-5F41-B31C-69CDF084413F}" dt="2023-05-03T23:39:44.770" v="6603" actId="1076"/>
          <ac:spMkLst>
            <pc:docMk/>
            <pc:sldMk cId="922151171" sldId="326"/>
            <ac:spMk id="12" creationId="{5C19BADF-FD2D-72E2-603C-CE1482F49AAB}"/>
          </ac:spMkLst>
        </pc:spChg>
        <pc:cxnChg chg="mod">
          <ac:chgData name="贵斌 任" userId="bf69534e0d83a1ae" providerId="LiveId" clId="{16E96CA4-9853-5F41-B31C-69CDF084413F}" dt="2023-05-03T23:19:09.724" v="5662" actId="14100"/>
          <ac:cxnSpMkLst>
            <pc:docMk/>
            <pc:sldMk cId="922151171" sldId="326"/>
            <ac:cxnSpMk id="4" creationId="{5FFCDA8F-BEDC-34CD-C04E-C685A213E083}"/>
          </ac:cxnSpMkLst>
        </pc:cxnChg>
        <pc:cxnChg chg="add mod">
          <ac:chgData name="贵斌 任" userId="bf69534e0d83a1ae" providerId="LiveId" clId="{16E96CA4-9853-5F41-B31C-69CDF084413F}" dt="2023-05-03T23:19:30.332" v="5667" actId="1076"/>
          <ac:cxnSpMkLst>
            <pc:docMk/>
            <pc:sldMk cId="922151171" sldId="326"/>
            <ac:cxnSpMk id="8" creationId="{EF077D44-0EE6-BDBC-773F-71D0D0A37DD6}"/>
          </ac:cxnSpMkLst>
        </pc:cxnChg>
        <pc:cxnChg chg="add mod">
          <ac:chgData name="贵斌 任" userId="bf69534e0d83a1ae" providerId="LiveId" clId="{16E96CA4-9853-5F41-B31C-69CDF084413F}" dt="2023-05-03T23:39:44.770" v="6603" actId="1076"/>
          <ac:cxnSpMkLst>
            <pc:docMk/>
            <pc:sldMk cId="922151171" sldId="326"/>
            <ac:cxnSpMk id="11" creationId="{D6A4638A-5C73-33F8-518C-A139ADA8EF69}"/>
          </ac:cxnSpMkLst>
        </pc:cxnChg>
      </pc:sldChg>
      <pc:sldChg chg="addSp delSp modSp add del mod">
        <pc:chgData name="贵斌 任" userId="bf69534e0d83a1ae" providerId="LiveId" clId="{16E96CA4-9853-5F41-B31C-69CDF084413F}" dt="2023-05-03T21:53:44.687" v="2006" actId="2696"/>
        <pc:sldMkLst>
          <pc:docMk/>
          <pc:sldMk cId="3740807199" sldId="326"/>
        </pc:sldMkLst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2" creationId="{0ED8184E-99CD-D819-E9E8-675AC87058EE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4" creationId="{40F7A6E0-BB8C-B63E-0A8C-3D35E0A515F4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5" creationId="{FF12758F-EF37-9D19-1158-E976EE2D5614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7" creationId="{BA5107E6-67A2-6D60-A218-F097FAC67CB9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8" creationId="{2E6B8FB2-AD17-7C53-52EE-C2BA8573B396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0" creationId="{8FB49F59-1434-0C23-E7F3-70F7FFFC7323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1" creationId="{4F89477C-DD29-1C00-CD09-09FCFC9E806D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" creationId="{82CF88F9-9D5D-3BBC-F8E4-9AFC4651A712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" creationId="{08604A4A-B967-AF77-A4C0-95BBDC7D0FF8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5" creationId="{5D604C4D-B415-6CFF-3D69-4E796C17C503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" creationId="{EBA6D568-32C6-C27D-A4CC-465EB60258C8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" creationId="{33FEA523-8DE9-A6CF-ECBA-5E37614DE47F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9" creationId="{B5EF7ADD-FECB-6D46-6585-F7A0FEFB798F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20" creationId="{60EB6175-391D-CE47-06A8-B48B51D1C5BD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21" creationId="{EBD7FD44-B77C-CBE4-06A9-A0467D142430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22" creationId="{92CDB2C6-66E7-20C0-2912-768B09D1EF0C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23" creationId="{D5E4651E-DB3F-5A05-C623-DB653D3FFD1E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25" creationId="{064C4558-AF52-B48B-332D-272CC7D8387D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26" creationId="{FA866325-7AEB-FB39-68AC-8337506CA558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27" creationId="{C248F052-D306-6F93-57AE-4098C85E89D0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28" creationId="{C76421BD-F077-5D75-DAC0-DAFE0A8F2BF2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41" creationId="{AC7EB409-F8FD-7D67-A52A-9680F6FD939F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42" creationId="{6C4B92BC-81E9-D2F5-3509-B134F0145C2D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43" creationId="{E4536D76-517F-3743-6638-E5EB818689A3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45" creationId="{DD257590-F22D-D4CD-FD70-6E3C24FC68B7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46" creationId="{A3BD560A-A09D-ECED-3721-FE5036C6FD3A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47" creationId="{581FEDE3-FD73-9638-3A2B-1FFD1A11DC64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48" creationId="{8807ABB7-8260-B6B5-6F4C-ACD074EC3177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49" creationId="{7417FFA8-9BE6-4D22-09B2-3BBA055F97D6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50" creationId="{63433C56-8332-2B2C-36B2-8D51D08D157B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51" creationId="{6473A4FF-5E73-88B3-4160-BE1F33A5A296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52" creationId="{90B950B2-42F1-2E11-1D19-F83D0422991C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54" creationId="{61F38339-B692-662A-31FC-1D5D1EACC403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55" creationId="{64048934-66A8-5975-D960-F4A37309CCE5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56" creationId="{61FFE5C9-86CA-1B39-30D8-93178AF34BF3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57" creationId="{E67C197F-85D2-450B-C54F-09424CDB6EF8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58" creationId="{E86803C1-E8A1-8645-909D-5D7542CC9C8A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62" creationId="{E09E7AE1-6DA0-FCCA-2952-AE49FABC48D2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74" creationId="{21B207EE-9A9A-0F12-9BC9-0929062B2FA0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77" creationId="{0BE7F36C-D9DC-AA86-508D-A8271E64E04A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78" creationId="{9D782C60-A974-A1C6-3EEB-DB0B306521C6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79" creationId="{7E065BB5-FA81-E358-E8F0-303C0EC25499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80" creationId="{55315FD8-6B91-6DBC-0D14-9E93AB2EBEE0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81" creationId="{0A42EAF3-B2C8-CC4E-A847-4FDDE49400F1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82" creationId="{73BB2038-B98E-DA17-2D5B-67930D819208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83" creationId="{4F22C6B4-A150-F890-48D3-254745002EDE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84" creationId="{F622344D-726A-735C-16A6-49DDEE27A5AB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85" creationId="{2300B886-28D9-232A-677F-812B946B8E5C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86" creationId="{1F6179A7-B8C0-5B8F-10C1-773D3FF0D9BA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87" creationId="{50B23BC9-D204-BC74-323C-E1FD8B737A9B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88" creationId="{26EF2B48-468E-2C76-55FB-8409F2A54729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89" creationId="{6EB40B7B-4D53-1F1B-8537-969613E057D7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91" creationId="{0A197A74-821D-245B-5F3A-070B3F9BEBF3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92" creationId="{3ABEC2FD-721D-77B4-D933-B302A5DC90E7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93" creationId="{A719BFBD-8169-E093-E4FE-9C33A4C10294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94" creationId="{1A5866E8-E193-F1A4-F91C-2DB65797F636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95" creationId="{A8BE4E29-27E4-3662-357E-C493D4465205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96" creationId="{79522B70-9640-F652-8F65-37C89FAEB6F5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97" creationId="{AADE773B-F4F3-DFE4-B806-43835CB5E551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99" creationId="{11FA7077-35F9-8B8F-FECC-2923875E8F09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102" creationId="{3C72984C-337C-FDF6-209A-4DC60C65E571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103" creationId="{9484D9F9-ADE0-C8CD-4726-B6A715887D1C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104" creationId="{E157A1BB-75B4-5243-BF9D-8E6CAB13432D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110" creationId="{04D23B3D-1BB0-3FB1-57BB-E421A83CC741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111" creationId="{75C36611-E814-8A1F-A5B4-B9D293A728A2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112" creationId="{62310FC2-EF0E-0465-96A6-A1851AB98EF7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113" creationId="{7F2E6454-9505-BB5C-8E6C-E60A57CB32C6}"/>
          </ac:spMkLst>
        </pc:spChg>
        <pc:spChg chg="del">
          <ac:chgData name="贵斌 任" userId="bf69534e0d83a1ae" providerId="LiveId" clId="{16E96CA4-9853-5F41-B31C-69CDF084413F}" dt="2023-05-03T18:30:44.838" v="1170" actId="478"/>
          <ac:spMkLst>
            <pc:docMk/>
            <pc:sldMk cId="3740807199" sldId="326"/>
            <ac:spMk id="114" creationId="{8D7D016A-6867-820C-8F8B-ABDBEF65D7C1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15" creationId="{4217F3D0-F110-BAD7-CF15-4A1DA6BCF684}"/>
          </ac:spMkLst>
        </pc:spChg>
        <pc:spChg chg="add mod">
          <ac:chgData name="贵斌 任" userId="bf69534e0d83a1ae" providerId="LiveId" clId="{16E96CA4-9853-5F41-B31C-69CDF084413F}" dt="2023-05-03T18:31:15.012" v="1175" actId="20577"/>
          <ac:spMkLst>
            <pc:docMk/>
            <pc:sldMk cId="3740807199" sldId="326"/>
            <ac:spMk id="116" creationId="{F3E95ED8-E65A-B11E-D5FC-B15754B9E4A2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17" creationId="{17EAFFD4-385F-5FC9-2DAE-2AD438BC9726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18" creationId="{F0116BF3-8B0F-8DF4-17AA-281B0F284847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19" creationId="{FB08CB30-50A3-EDD1-47CE-1E579EF1A9A7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0" creationId="{3525BB15-2C92-AB8F-6A6C-917EE2DB00F8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1" creationId="{4D913781-6563-6D05-04A1-F3B372C1F6C9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2" creationId="{B044F7C6-33F1-54E4-05AF-F74F2C7E48FC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4" creationId="{235D5C8E-6BA5-FCE7-0BAF-172133A8550E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5" creationId="{A5CF5318-4204-7E80-B49F-38428C109E3F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6" creationId="{CFCE763A-7061-2B1D-8028-DED984BF4DC2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7" creationId="{E6AE3DB9-2636-7C9C-287F-4AE5A9027672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8" creationId="{03365153-D2E1-3CA5-52D7-5BDB9C8008D1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29" creationId="{997D5FEC-C20C-4E75-AA58-8B7638F6E2C6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1" creationId="{D3BDE7EC-BBEC-3FF3-91DA-3E9FA677D9FF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2" creationId="{DF506592-CC20-50C7-CBA3-A25939F7FA84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3" creationId="{D226BEF2-0875-2C4F-2C25-A18A48B01ADB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4" creationId="{5001AA4F-4404-9E21-66EC-091D954D6BA3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5" creationId="{391952C9-6613-C5AF-09F5-C10859B83B39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6" creationId="{2273B14A-9963-F141-1CDF-3000F6215B1D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8" creationId="{9067CD47-3EAA-C4B1-6CA7-AB2D55BD0501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39" creationId="{27BAD949-64D9-C53D-2F7B-4E6814BB9DAC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0" creationId="{A5ED55AA-32E6-F93F-F67A-D71E28E12FBE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1" creationId="{766CD5BD-0B5D-259B-1DC0-D4E1F2367455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2" creationId="{A990F676-0F9B-8D54-936E-A0B39C80BEB5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3" creationId="{3C7230BB-2D17-885F-F564-844D298EA9C7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5" creationId="{6A502611-A074-C35E-9A4C-B396BF0EA6DF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6" creationId="{A120D06B-C4B6-A8B4-EA85-1E3A8792C984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7" creationId="{0781B3D0-7D7F-56DE-D777-EC0FE8D06048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8" creationId="{8DF0D84A-537F-8B9E-3196-7FC0671F2688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49" creationId="{81F14F1E-00BE-0B89-A880-F69F2FE2BC66}"/>
          </ac:spMkLst>
        </pc:spChg>
        <pc:spChg chg="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50" creationId="{E3E4C93D-3654-F638-4FE7-C2B5C6B0B218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54" creationId="{312C3D9D-4B28-0D9B-A542-A7E1848B0EB6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56" creationId="{C3008D80-A4E4-6B38-09D3-DDBA03CEC455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57" creationId="{150F8E0C-389F-F59C-48E2-1BEBD887A5A9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58" creationId="{100E1FFD-FF3F-72E9-0221-65339DDA504D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59" creationId="{50352E0C-8EAF-226D-E96B-7A99926B5151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0" creationId="{D0D935A6-57A6-58DC-FF7C-9A6676F67D07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1" creationId="{7F0867CF-9707-3326-8551-F0BD14A6FE14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2" creationId="{0B0DF0AA-3FA2-8CD9-4EFD-9E91852ADA97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3" creationId="{2AB6C767-A880-31A8-5067-8BB61910D508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4" creationId="{4D1CB712-F880-6173-4A79-2CB896A88187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5" creationId="{C7A9F980-6213-33B7-8479-0D4F5B9E9C74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6" creationId="{D6801849-D20C-1555-6765-78D36C2F3D02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7" creationId="{8CE4854F-65D5-8644-D779-7BBDD9F45BD9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8" creationId="{E21E77BE-405B-A6CA-A566-1F3D78996D83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69" creationId="{AFFC8975-E94D-47CF-8D38-D240E69E7EDC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0" creationId="{CFE247E2-F79C-843D-4AB8-B25277E8306C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1" creationId="{210D4E68-FB26-B7ED-43C9-DCED14C7DB42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2" creationId="{466F4233-CFE0-57B4-C193-F52EF0AFD02D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3" creationId="{97636A91-BF13-9EE0-CA34-DCA25210E232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4" creationId="{20B3DBD1-00E4-188A-F736-B5A815CF62E0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5" creationId="{56252342-2C20-7018-A003-CD60749D440C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6" creationId="{9C576203-C552-D157-E948-792DCC20ED08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77" creationId="{45BFB190-690B-CDC8-7C2A-CADC66643DB5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1" creationId="{9036D177-F4E6-33F0-7E50-A5CF8A2373DC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2" creationId="{A8D497A3-286F-AD0E-1303-BDC287FB0021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3" creationId="{74B211D4-21F9-4F28-C88F-753D9E5109DF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4" creationId="{9DFF1F41-54F0-86AC-7827-304DDD8C466E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5" creationId="{6CEE3057-8577-BE8E-65B4-091EF5B501AC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6" creationId="{1E1D5AAF-8F77-B6C9-9219-3D896F951C43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7" creationId="{09E3A792-0C83-003B-FFCF-8A57C043DDF0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8" creationId="{EBA05119-3322-2E4C-407C-9939625364B3}"/>
          </ac:spMkLst>
        </pc:spChg>
        <pc:spChg chg="add mod">
          <ac:chgData name="贵斌 任" userId="bf69534e0d83a1ae" providerId="LiveId" clId="{16E96CA4-9853-5F41-B31C-69CDF084413F}" dt="2023-05-03T18:30:50.058" v="1171"/>
          <ac:spMkLst>
            <pc:docMk/>
            <pc:sldMk cId="3740807199" sldId="326"/>
            <ac:spMk id="189" creationId="{EC291E08-9EE1-95A7-13FD-EFE6996716DD}"/>
          </ac:spMkLst>
        </pc:spChg>
        <pc:grpChg chg="add mod">
          <ac:chgData name="贵斌 任" userId="bf69534e0d83a1ae" providerId="LiveId" clId="{16E96CA4-9853-5F41-B31C-69CDF084413F}" dt="2023-05-03T18:30:50.058" v="1171"/>
          <ac:grpSpMkLst>
            <pc:docMk/>
            <pc:sldMk cId="3740807199" sldId="326"/>
            <ac:grpSpMk id="3" creationId="{61D49157-7EA4-B558-6CE0-9B577D2A82EF}"/>
          </ac:grpSpMkLst>
        </pc:grpChg>
        <pc:grpChg chg="add mod">
          <ac:chgData name="贵斌 任" userId="bf69534e0d83a1ae" providerId="LiveId" clId="{16E96CA4-9853-5F41-B31C-69CDF084413F}" dt="2023-05-03T18:30:50.058" v="1171"/>
          <ac:grpSpMkLst>
            <pc:docMk/>
            <pc:sldMk cId="3740807199" sldId="326"/>
            <ac:grpSpMk id="6" creationId="{01026F6A-CEE9-A915-8FE3-A1F867F02416}"/>
          </ac:grpSpMkLst>
        </pc:grpChg>
        <pc:grpChg chg="add mod">
          <ac:chgData name="贵斌 任" userId="bf69534e0d83a1ae" providerId="LiveId" clId="{16E96CA4-9853-5F41-B31C-69CDF084413F}" dt="2023-05-03T18:30:50.058" v="1171"/>
          <ac:grpSpMkLst>
            <pc:docMk/>
            <pc:sldMk cId="3740807199" sldId="326"/>
            <ac:grpSpMk id="9" creationId="{110CBAC1-663A-1B04-A072-D3D48C8A53CC}"/>
          </ac:grpSpMkLst>
        </pc:grpChg>
        <pc:grpChg chg="add mod">
          <ac:chgData name="贵斌 任" userId="bf69534e0d83a1ae" providerId="LiveId" clId="{16E96CA4-9853-5F41-B31C-69CDF084413F}" dt="2023-05-03T18:30:50.058" v="1171"/>
          <ac:grpSpMkLst>
            <pc:docMk/>
            <pc:sldMk cId="3740807199" sldId="326"/>
            <ac:grpSpMk id="12" creationId="{6004CAD2-5472-E91C-4F3D-9539D46BDA19}"/>
          </ac:grpSpMkLst>
        </pc:grpChg>
        <pc:grpChg chg="del">
          <ac:chgData name="贵斌 任" userId="bf69534e0d83a1ae" providerId="LiveId" clId="{16E96CA4-9853-5F41-B31C-69CDF084413F}" dt="2023-05-03T18:30:44.838" v="1170" actId="478"/>
          <ac:grpSpMkLst>
            <pc:docMk/>
            <pc:sldMk cId="3740807199" sldId="326"/>
            <ac:grpSpMk id="29" creationId="{BA7AED91-71E3-8075-EA5E-D8733A2A835A}"/>
          </ac:grpSpMkLst>
        </pc:grpChg>
        <pc:grpChg chg="del">
          <ac:chgData name="贵斌 任" userId="bf69534e0d83a1ae" providerId="LiveId" clId="{16E96CA4-9853-5F41-B31C-69CDF084413F}" dt="2023-05-03T18:30:44.838" v="1170" actId="478"/>
          <ac:grpSpMkLst>
            <pc:docMk/>
            <pc:sldMk cId="3740807199" sldId="326"/>
            <ac:grpSpMk id="32" creationId="{0725E122-A674-7DDD-C861-C443856F9F01}"/>
          </ac:grpSpMkLst>
        </pc:grpChg>
        <pc:grpChg chg="del">
          <ac:chgData name="贵斌 任" userId="bf69534e0d83a1ae" providerId="LiveId" clId="{16E96CA4-9853-5F41-B31C-69CDF084413F}" dt="2023-05-03T18:30:44.838" v="1170" actId="478"/>
          <ac:grpSpMkLst>
            <pc:docMk/>
            <pc:sldMk cId="3740807199" sldId="326"/>
            <ac:grpSpMk id="35" creationId="{08D16DF0-9632-0CF2-2FB3-420EBB6B0E4C}"/>
          </ac:grpSpMkLst>
        </pc:grpChg>
        <pc:grpChg chg="del">
          <ac:chgData name="贵斌 任" userId="bf69534e0d83a1ae" providerId="LiveId" clId="{16E96CA4-9853-5F41-B31C-69CDF084413F}" dt="2023-05-03T18:30:44.838" v="1170" actId="478"/>
          <ac:grpSpMkLst>
            <pc:docMk/>
            <pc:sldMk cId="3740807199" sldId="326"/>
            <ac:grpSpMk id="38" creationId="{47316E43-F87A-B941-2554-EB81E6081EE2}"/>
          </ac:grpSpMkLst>
        </pc:grpChg>
        <pc:grpChg chg="del">
          <ac:chgData name="贵斌 任" userId="bf69534e0d83a1ae" providerId="LiveId" clId="{16E96CA4-9853-5F41-B31C-69CDF084413F}" dt="2023-05-03T18:30:44.838" v="1170" actId="478"/>
          <ac:grpSpMkLst>
            <pc:docMk/>
            <pc:sldMk cId="3740807199" sldId="326"/>
            <ac:grpSpMk id="65" creationId="{FD1221D9-9394-7B62-5F9E-A10FED144DE8}"/>
          </ac:grpSpMkLst>
        </pc:grpChg>
        <pc:grpChg chg="del">
          <ac:chgData name="贵斌 任" userId="bf69534e0d83a1ae" providerId="LiveId" clId="{16E96CA4-9853-5F41-B31C-69CDF084413F}" dt="2023-05-03T18:30:44.838" v="1170" actId="478"/>
          <ac:grpSpMkLst>
            <pc:docMk/>
            <pc:sldMk cId="3740807199" sldId="326"/>
            <ac:grpSpMk id="105" creationId="{2EF4E543-9041-90AE-C4D2-187320D9F0F6}"/>
          </ac:grpSpMkLst>
        </pc:grpChg>
        <pc:grpChg chg="add mod">
          <ac:chgData name="贵斌 任" userId="bf69534e0d83a1ae" providerId="LiveId" clId="{16E96CA4-9853-5F41-B31C-69CDF084413F}" dt="2023-05-03T18:30:50.058" v="1171"/>
          <ac:grpSpMkLst>
            <pc:docMk/>
            <pc:sldMk cId="3740807199" sldId="326"/>
            <ac:grpSpMk id="123" creationId="{7794F7E5-68CD-3006-8CED-EA5A24E9FF88}"/>
          </ac:grpSpMkLst>
        </pc:grpChg>
        <pc:grpChg chg="add mod">
          <ac:chgData name="贵斌 任" userId="bf69534e0d83a1ae" providerId="LiveId" clId="{16E96CA4-9853-5F41-B31C-69CDF084413F}" dt="2023-05-03T18:30:50.058" v="1171"/>
          <ac:grpSpMkLst>
            <pc:docMk/>
            <pc:sldMk cId="3740807199" sldId="326"/>
            <ac:grpSpMk id="130" creationId="{04E08EEF-9AEB-AE79-3AD1-7DF1E8C67801}"/>
          </ac:grpSpMkLst>
        </pc:grpChg>
        <pc:grpChg chg="add mod">
          <ac:chgData name="贵斌 任" userId="bf69534e0d83a1ae" providerId="LiveId" clId="{16E96CA4-9853-5F41-B31C-69CDF084413F}" dt="2023-05-03T18:30:50.058" v="1171"/>
          <ac:grpSpMkLst>
            <pc:docMk/>
            <pc:sldMk cId="3740807199" sldId="326"/>
            <ac:grpSpMk id="137" creationId="{AEA79E87-C2E1-93EB-F2FA-358FA76698B5}"/>
          </ac:grpSpMkLst>
        </pc:grpChg>
        <pc:grpChg chg="add mod">
          <ac:chgData name="贵斌 任" userId="bf69534e0d83a1ae" providerId="LiveId" clId="{16E96CA4-9853-5F41-B31C-69CDF084413F}" dt="2023-05-03T18:30:50.058" v="1171"/>
          <ac:grpSpMkLst>
            <pc:docMk/>
            <pc:sldMk cId="3740807199" sldId="326"/>
            <ac:grpSpMk id="144" creationId="{174220E4-C084-A8F1-4A0A-20A28AB14544}"/>
          </ac:grpSpMkLst>
        </pc:grpChg>
        <pc:picChg chg="del">
          <ac:chgData name="贵斌 任" userId="bf69534e0d83a1ae" providerId="LiveId" clId="{16E96CA4-9853-5F41-B31C-69CDF084413F}" dt="2023-05-03T18:30:44.838" v="1170" actId="478"/>
          <ac:picMkLst>
            <pc:docMk/>
            <pc:sldMk cId="3740807199" sldId="326"/>
            <ac:picMk id="24" creationId="{7DCE9AF4-41CF-2DEA-B78B-4DC0D5F33AC5}"/>
          </ac:picMkLst>
        </pc:picChg>
        <pc:cxnChg chg="del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44" creationId="{7E202FAD-54A6-3830-DA70-70D3D0EB4E52}"/>
          </ac:cxnSpMkLst>
        </pc:cxnChg>
        <pc:cxnChg chg="del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53" creationId="{B1C5C1F1-696F-6FE1-40DF-24CE8B9F274F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59" creationId="{D3FC4FEB-DA9D-FBF1-1007-187EF4214002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60" creationId="{44668AFA-1BFB-E1F6-558B-0389542C3AC4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61" creationId="{59D50AEF-E24D-B39E-776F-B1809B71ACA9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63" creationId="{81C9BFE2-351D-78EC-6905-9C5D4E238C71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64" creationId="{50894A8F-0628-0E21-900D-1B299662EA24}"/>
          </ac:cxnSpMkLst>
        </pc:cxnChg>
        <pc:cxnChg chg="del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70" creationId="{FBEE8EF6-414D-5E3E-BBCF-A734D5CA6B09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71" creationId="{A3098930-CFDE-FA8C-5303-3051ED9C3AB6}"/>
          </ac:cxnSpMkLst>
        </pc:cxnChg>
        <pc:cxnChg chg="del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72" creationId="{CAFF8A1A-28B7-5331-8A86-4A49D6AD54D2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73" creationId="{6CF62493-9466-54CA-F28B-67FD0F8236F4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75" creationId="{6D0B34CB-6EA6-96C7-8F26-9D3DBBD219D0}"/>
          </ac:cxnSpMkLst>
        </pc:cxnChg>
        <pc:cxnChg chg="del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76" creationId="{5CD5946F-5046-465A-7418-A41AA77F2CEE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90" creationId="{9C75098B-1E8D-D7D8-3CA2-DD8436404EF2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98" creationId="{41A5C27B-C55B-4AA6-BF1D-18875E4BA5D1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100" creationId="{100C12F9-E4BB-53C7-4E86-21D65A19D54A}"/>
          </ac:cxnSpMkLst>
        </pc:cxnChg>
        <pc:cxnChg chg="del mod">
          <ac:chgData name="贵斌 任" userId="bf69534e0d83a1ae" providerId="LiveId" clId="{16E96CA4-9853-5F41-B31C-69CDF084413F}" dt="2023-05-03T18:30:44.838" v="1170" actId="478"/>
          <ac:cxnSpMkLst>
            <pc:docMk/>
            <pc:sldMk cId="3740807199" sldId="326"/>
            <ac:cxnSpMk id="101" creationId="{E387DFBD-3C7C-8447-2643-484053EA584A}"/>
          </ac:cxnSpMkLst>
        </pc:cxnChg>
        <pc:cxnChg chg="add mod">
          <ac:chgData name="贵斌 任" userId="bf69534e0d83a1ae" providerId="LiveId" clId="{16E96CA4-9853-5F41-B31C-69CDF084413F}" dt="2023-05-03T18:30:50.058" v="1171"/>
          <ac:cxnSpMkLst>
            <pc:docMk/>
            <pc:sldMk cId="3740807199" sldId="326"/>
            <ac:cxnSpMk id="151" creationId="{4953EBA7-5284-3737-0874-65B4CB6715E2}"/>
          </ac:cxnSpMkLst>
        </pc:cxnChg>
        <pc:cxnChg chg="add mod">
          <ac:chgData name="贵斌 任" userId="bf69534e0d83a1ae" providerId="LiveId" clId="{16E96CA4-9853-5F41-B31C-69CDF084413F}" dt="2023-05-03T18:30:50.058" v="1171"/>
          <ac:cxnSpMkLst>
            <pc:docMk/>
            <pc:sldMk cId="3740807199" sldId="326"/>
            <ac:cxnSpMk id="152" creationId="{9A00F197-8FE1-8B71-95C8-0DC6543A316F}"/>
          </ac:cxnSpMkLst>
        </pc:cxnChg>
        <pc:cxnChg chg="add mod">
          <ac:chgData name="贵斌 任" userId="bf69534e0d83a1ae" providerId="LiveId" clId="{16E96CA4-9853-5F41-B31C-69CDF084413F}" dt="2023-05-03T18:30:50.058" v="1171"/>
          <ac:cxnSpMkLst>
            <pc:docMk/>
            <pc:sldMk cId="3740807199" sldId="326"/>
            <ac:cxnSpMk id="153" creationId="{48A85DC4-AC30-8816-FEC7-0D75020C3B69}"/>
          </ac:cxnSpMkLst>
        </pc:cxnChg>
        <pc:cxnChg chg="add mod">
          <ac:chgData name="贵斌 任" userId="bf69534e0d83a1ae" providerId="LiveId" clId="{16E96CA4-9853-5F41-B31C-69CDF084413F}" dt="2023-05-03T18:30:50.058" v="1171"/>
          <ac:cxnSpMkLst>
            <pc:docMk/>
            <pc:sldMk cId="3740807199" sldId="326"/>
            <ac:cxnSpMk id="155" creationId="{22A89E4A-97A8-154B-69FA-714A22823B91}"/>
          </ac:cxnSpMkLst>
        </pc:cxnChg>
        <pc:cxnChg chg="add mod">
          <ac:chgData name="贵斌 任" userId="bf69534e0d83a1ae" providerId="LiveId" clId="{16E96CA4-9853-5F41-B31C-69CDF084413F}" dt="2023-05-03T18:30:50.058" v="1171"/>
          <ac:cxnSpMkLst>
            <pc:docMk/>
            <pc:sldMk cId="3740807199" sldId="326"/>
            <ac:cxnSpMk id="178" creationId="{F27F628B-7506-35E7-A440-E32FEC69B7A2}"/>
          </ac:cxnSpMkLst>
        </pc:cxnChg>
        <pc:cxnChg chg="add mod">
          <ac:chgData name="贵斌 任" userId="bf69534e0d83a1ae" providerId="LiveId" clId="{16E96CA4-9853-5F41-B31C-69CDF084413F}" dt="2023-05-03T18:30:50.058" v="1171"/>
          <ac:cxnSpMkLst>
            <pc:docMk/>
            <pc:sldMk cId="3740807199" sldId="326"/>
            <ac:cxnSpMk id="179" creationId="{3127F4B5-2325-CA3F-6011-7FE0A0D4CCD6}"/>
          </ac:cxnSpMkLst>
        </pc:cxnChg>
        <pc:cxnChg chg="add mod">
          <ac:chgData name="贵斌 任" userId="bf69534e0d83a1ae" providerId="LiveId" clId="{16E96CA4-9853-5F41-B31C-69CDF084413F}" dt="2023-05-03T18:30:50.058" v="1171"/>
          <ac:cxnSpMkLst>
            <pc:docMk/>
            <pc:sldMk cId="3740807199" sldId="326"/>
            <ac:cxnSpMk id="180" creationId="{7B36BEE4-A48E-ED15-A4C4-E822036ABD2F}"/>
          </ac:cxnSpMkLst>
        </pc:cxnChg>
      </pc:sldChg>
      <pc:sldChg chg="addSp delSp modSp add del mod">
        <pc:chgData name="贵斌 任" userId="bf69534e0d83a1ae" providerId="LiveId" clId="{16E96CA4-9853-5F41-B31C-69CDF084413F}" dt="2023-05-03T21:53:45.251" v="2007" actId="2696"/>
        <pc:sldMkLst>
          <pc:docMk/>
          <pc:sldMk cId="491539321" sldId="327"/>
        </pc:sldMkLst>
        <pc:spChg chg="add mod">
          <ac:chgData name="贵斌 任" userId="bf69534e0d83a1ae" providerId="LiveId" clId="{16E96CA4-9853-5F41-B31C-69CDF084413F}" dt="2023-05-03T18:55:48.760" v="1180"/>
          <ac:spMkLst>
            <pc:docMk/>
            <pc:sldMk cId="491539321" sldId="327"/>
            <ac:spMk id="24" creationId="{7F13E589-BBBA-3415-8701-5F34A2F78538}"/>
          </ac:spMkLst>
        </pc:spChg>
        <pc:spChg chg="mod">
          <ac:chgData name="贵斌 任" userId="bf69534e0d83a1ae" providerId="LiveId" clId="{16E96CA4-9853-5F41-B31C-69CDF084413F}" dt="2023-05-03T18:55:40.458" v="1179" actId="1076"/>
          <ac:spMkLst>
            <pc:docMk/>
            <pc:sldMk cId="491539321" sldId="327"/>
            <ac:spMk id="117" creationId="{17EAFFD4-385F-5FC9-2DAE-2AD438BC9726}"/>
          </ac:spMkLst>
        </pc:spChg>
        <pc:cxnChg chg="del">
          <ac:chgData name="贵斌 任" userId="bf69534e0d83a1ae" providerId="LiveId" clId="{16E96CA4-9853-5F41-B31C-69CDF084413F}" dt="2023-05-03T18:33:11.533" v="1177" actId="478"/>
          <ac:cxnSpMkLst>
            <pc:docMk/>
            <pc:sldMk cId="491539321" sldId="327"/>
            <ac:cxnSpMk id="178" creationId="{F27F628B-7506-35E7-A440-E32FEC69B7A2}"/>
          </ac:cxnSpMkLst>
        </pc:cxnChg>
      </pc:sldChg>
      <pc:sldChg chg="addSp delSp modSp add del mod">
        <pc:chgData name="贵斌 任" userId="bf69534e0d83a1ae" providerId="LiveId" clId="{16E96CA4-9853-5F41-B31C-69CDF084413F}" dt="2023-05-04T19:39:07.074" v="8978" actId="2696"/>
        <pc:sldMkLst>
          <pc:docMk/>
          <pc:sldMk cId="1337326775" sldId="327"/>
        </pc:sldMkLst>
        <pc:spChg chg="mod">
          <ac:chgData name="贵斌 任" userId="bf69534e0d83a1ae" providerId="LiveId" clId="{16E96CA4-9853-5F41-B31C-69CDF084413F}" dt="2023-05-04T00:32:25.444" v="8502" actId="1076"/>
          <ac:spMkLst>
            <pc:docMk/>
            <pc:sldMk cId="1337326775" sldId="327"/>
            <ac:spMk id="3" creationId="{9D56B491-1161-D06B-0288-E896EC15398C}"/>
          </ac:spMkLst>
        </pc:spChg>
        <pc:spChg chg="add mod">
          <ac:chgData name="贵斌 任" userId="bf69534e0d83a1ae" providerId="LiveId" clId="{16E96CA4-9853-5F41-B31C-69CDF084413F}" dt="2023-05-04T00:33:23.265" v="8514" actId="207"/>
          <ac:spMkLst>
            <pc:docMk/>
            <pc:sldMk cId="1337326775" sldId="327"/>
            <ac:spMk id="5" creationId="{83A4A996-0028-F9A1-4A72-0D3DDF18834B}"/>
          </ac:spMkLst>
        </pc:spChg>
        <pc:spChg chg="del mod">
          <ac:chgData name="贵斌 任" userId="bf69534e0d83a1ae" providerId="LiveId" clId="{16E96CA4-9853-5F41-B31C-69CDF084413F}" dt="2023-05-04T00:18:26.596" v="7505" actId="478"/>
          <ac:spMkLst>
            <pc:docMk/>
            <pc:sldMk cId="1337326775" sldId="327"/>
            <ac:spMk id="6" creationId="{06A80CE4-32D6-D126-A5C4-66E6B3CB19DB}"/>
          </ac:spMkLst>
        </pc:spChg>
        <pc:spChg chg="del">
          <ac:chgData name="贵斌 任" userId="bf69534e0d83a1ae" providerId="LiveId" clId="{16E96CA4-9853-5F41-B31C-69CDF084413F}" dt="2023-05-03T23:39:32.171" v="6602" actId="478"/>
          <ac:spMkLst>
            <pc:docMk/>
            <pc:sldMk cId="1337326775" sldId="327"/>
            <ac:spMk id="7" creationId="{E6E7D2B9-0C51-EC99-E499-06896889157A}"/>
          </ac:spMkLst>
        </pc:spChg>
        <pc:spChg chg="del mod">
          <ac:chgData name="贵斌 任" userId="bf69534e0d83a1ae" providerId="LiveId" clId="{16E96CA4-9853-5F41-B31C-69CDF084413F}" dt="2023-05-03T23:39:32.171" v="6602" actId="478"/>
          <ac:spMkLst>
            <pc:docMk/>
            <pc:sldMk cId="1337326775" sldId="327"/>
            <ac:spMk id="9" creationId="{01C4137B-2748-C4AA-D945-3CA0C71CD58B}"/>
          </ac:spMkLst>
        </pc:spChg>
        <pc:spChg chg="del">
          <ac:chgData name="贵斌 任" userId="bf69534e0d83a1ae" providerId="LiveId" clId="{16E96CA4-9853-5F41-B31C-69CDF084413F}" dt="2023-05-03T23:39:32.171" v="6602" actId="478"/>
          <ac:spMkLst>
            <pc:docMk/>
            <pc:sldMk cId="1337326775" sldId="327"/>
            <ac:spMk id="10" creationId="{40184CB7-FF9F-58D1-F102-04A708074ADE}"/>
          </ac:spMkLst>
        </pc:spChg>
        <pc:spChg chg="del">
          <ac:chgData name="贵斌 任" userId="bf69534e0d83a1ae" providerId="LiveId" clId="{16E96CA4-9853-5F41-B31C-69CDF084413F}" dt="2023-05-03T23:39:32.171" v="6602" actId="478"/>
          <ac:spMkLst>
            <pc:docMk/>
            <pc:sldMk cId="1337326775" sldId="327"/>
            <ac:spMk id="12" creationId="{5C19BADF-FD2D-72E2-603C-CE1482F49AAB}"/>
          </ac:spMkLst>
        </pc:spChg>
        <pc:picChg chg="add mod">
          <ac:chgData name="贵斌 任" userId="bf69534e0d83a1ae" providerId="LiveId" clId="{16E96CA4-9853-5F41-B31C-69CDF084413F}" dt="2023-05-04T00:32:38.352" v="8503" actId="14100"/>
          <ac:picMkLst>
            <pc:docMk/>
            <pc:sldMk cId="1337326775" sldId="327"/>
            <ac:picMk id="1026" creationId="{64EC1CF0-C976-0D25-A4EE-3595764FC0ED}"/>
          </ac:picMkLst>
        </pc:picChg>
        <pc:cxnChg chg="mod">
          <ac:chgData name="贵斌 任" userId="bf69534e0d83a1ae" providerId="LiveId" clId="{16E96CA4-9853-5F41-B31C-69CDF084413F}" dt="2023-05-04T00:32:25.444" v="8502" actId="1076"/>
          <ac:cxnSpMkLst>
            <pc:docMk/>
            <pc:sldMk cId="1337326775" sldId="327"/>
            <ac:cxnSpMk id="4" creationId="{5FFCDA8F-BEDC-34CD-C04E-C685A213E083}"/>
          </ac:cxnSpMkLst>
        </pc:cxnChg>
        <pc:cxnChg chg="del">
          <ac:chgData name="贵斌 任" userId="bf69534e0d83a1ae" providerId="LiveId" clId="{16E96CA4-9853-5F41-B31C-69CDF084413F}" dt="2023-05-03T23:39:32.171" v="6602" actId="478"/>
          <ac:cxnSpMkLst>
            <pc:docMk/>
            <pc:sldMk cId="1337326775" sldId="327"/>
            <ac:cxnSpMk id="8" creationId="{EF077D44-0EE6-BDBC-773F-71D0D0A37DD6}"/>
          </ac:cxnSpMkLst>
        </pc:cxnChg>
        <pc:cxnChg chg="del">
          <ac:chgData name="贵斌 任" userId="bf69534e0d83a1ae" providerId="LiveId" clId="{16E96CA4-9853-5F41-B31C-69CDF084413F}" dt="2023-05-03T23:39:32.171" v="6602" actId="478"/>
          <ac:cxnSpMkLst>
            <pc:docMk/>
            <pc:sldMk cId="1337326775" sldId="327"/>
            <ac:cxnSpMk id="11" creationId="{D6A4638A-5C73-33F8-518C-A139ADA8EF69}"/>
          </ac:cxnSpMkLst>
        </pc:cxnChg>
      </pc:sldChg>
      <pc:sldChg chg="addSp delSp modSp add del mod">
        <pc:chgData name="贵斌 任" userId="bf69534e0d83a1ae" providerId="LiveId" clId="{16E96CA4-9853-5F41-B31C-69CDF084413F}" dt="2023-05-05T11:47:03.621" v="14379" actId="2696"/>
        <pc:sldMkLst>
          <pc:docMk/>
          <pc:sldMk cId="1586485174" sldId="328"/>
        </pc:sldMkLst>
        <pc:spChg chg="mod">
          <ac:chgData name="贵斌 任" userId="bf69534e0d83a1ae" providerId="LiveId" clId="{16E96CA4-9853-5F41-B31C-69CDF084413F}" dt="2023-05-04T19:39:04.316" v="8977" actId="20577"/>
          <ac:spMkLst>
            <pc:docMk/>
            <pc:sldMk cId="1586485174" sldId="328"/>
            <ac:spMk id="3" creationId="{9D56B491-1161-D06B-0288-E896EC15398C}"/>
          </ac:spMkLst>
        </pc:spChg>
        <pc:spChg chg="mod">
          <ac:chgData name="贵斌 任" userId="bf69534e0d83a1ae" providerId="LiveId" clId="{16E96CA4-9853-5F41-B31C-69CDF084413F}" dt="2023-05-04T19:38:08.919" v="8947" actId="20577"/>
          <ac:spMkLst>
            <pc:docMk/>
            <pc:sldMk cId="1586485174" sldId="328"/>
            <ac:spMk id="5" creationId="{83A4A996-0028-F9A1-4A72-0D3DDF18834B}"/>
          </ac:spMkLst>
        </pc:spChg>
        <pc:spChg chg="add mod">
          <ac:chgData name="贵斌 任" userId="bf69534e0d83a1ae" providerId="LiveId" clId="{16E96CA4-9853-5F41-B31C-69CDF084413F}" dt="2023-05-04T19:35:58.498" v="8731" actId="2711"/>
          <ac:spMkLst>
            <pc:docMk/>
            <pc:sldMk cId="1586485174" sldId="328"/>
            <ac:spMk id="7" creationId="{848EDF01-DC82-240E-DCB4-3060C3D23ED9}"/>
          </ac:spMkLst>
        </pc:spChg>
        <pc:spChg chg="add mod">
          <ac:chgData name="贵斌 任" userId="bf69534e0d83a1ae" providerId="LiveId" clId="{16E96CA4-9853-5F41-B31C-69CDF084413F}" dt="2023-05-04T19:36:02.239" v="8732" actId="2711"/>
          <ac:spMkLst>
            <pc:docMk/>
            <pc:sldMk cId="1586485174" sldId="328"/>
            <ac:spMk id="8" creationId="{98E35CB0-B03B-F534-0353-493825B1EBBF}"/>
          </ac:spMkLst>
        </pc:spChg>
        <pc:spChg chg="add del mod">
          <ac:chgData name="贵斌 任" userId="bf69534e0d83a1ae" providerId="LiveId" clId="{16E96CA4-9853-5F41-B31C-69CDF084413F}" dt="2023-05-04T19:36:43.248" v="8762" actId="478"/>
          <ac:spMkLst>
            <pc:docMk/>
            <pc:sldMk cId="1586485174" sldId="328"/>
            <ac:spMk id="9" creationId="{E4BC4C81-7FE9-EB3E-E9CE-78A8B6630806}"/>
          </ac:spMkLst>
        </pc:spChg>
        <pc:picChg chg="add mod">
          <ac:chgData name="贵斌 任" userId="bf69534e0d83a1ae" providerId="LiveId" clId="{16E96CA4-9853-5F41-B31C-69CDF084413F}" dt="2023-05-04T19:33:46.961" v="8615" actId="1076"/>
          <ac:picMkLst>
            <pc:docMk/>
            <pc:sldMk cId="1586485174" sldId="328"/>
            <ac:picMk id="6" creationId="{9467B9BF-EEE0-7FA1-F5AD-47FA5E6D8A07}"/>
          </ac:picMkLst>
        </pc:picChg>
        <pc:picChg chg="mod">
          <ac:chgData name="贵斌 任" userId="bf69534e0d83a1ae" providerId="LiveId" clId="{16E96CA4-9853-5F41-B31C-69CDF084413F}" dt="2023-05-04T19:11:20.440" v="8611" actId="1076"/>
          <ac:picMkLst>
            <pc:docMk/>
            <pc:sldMk cId="1586485174" sldId="328"/>
            <ac:picMk id="1026" creationId="{64EC1CF0-C976-0D25-A4EE-3595764FC0ED}"/>
          </ac:picMkLst>
        </pc:picChg>
        <pc:cxnChg chg="mod">
          <ac:chgData name="贵斌 任" userId="bf69534e0d83a1ae" providerId="LiveId" clId="{16E96CA4-9853-5F41-B31C-69CDF084413F}" dt="2023-05-04T19:38:19.931" v="8955" actId="1036"/>
          <ac:cxnSpMkLst>
            <pc:docMk/>
            <pc:sldMk cId="1586485174" sldId="328"/>
            <ac:cxnSpMk id="4" creationId="{5FFCDA8F-BEDC-34CD-C04E-C685A213E083}"/>
          </ac:cxnSpMkLst>
        </pc:cxnChg>
      </pc:sldChg>
      <pc:sldChg chg="addSp delSp modSp add mod">
        <pc:chgData name="贵斌 任" userId="bf69534e0d83a1ae" providerId="LiveId" clId="{16E96CA4-9853-5F41-B31C-69CDF084413F}" dt="2023-05-04T20:36:45.588" v="9791" actId="1038"/>
        <pc:sldMkLst>
          <pc:docMk/>
          <pc:sldMk cId="1855778625" sldId="329"/>
        </pc:sldMkLst>
        <pc:spChg chg="del mod">
          <ac:chgData name="贵斌 任" userId="bf69534e0d83a1ae" providerId="LiveId" clId="{16E96CA4-9853-5F41-B31C-69CDF084413F}" dt="2023-05-04T20:33:55.769" v="9640" actId="478"/>
          <ac:spMkLst>
            <pc:docMk/>
            <pc:sldMk cId="1855778625" sldId="329"/>
            <ac:spMk id="3" creationId="{9D56B491-1161-D06B-0288-E896EC15398C}"/>
          </ac:spMkLst>
        </pc:spChg>
        <pc:spChg chg="del mod">
          <ac:chgData name="贵斌 任" userId="bf69534e0d83a1ae" providerId="LiveId" clId="{16E96CA4-9853-5F41-B31C-69CDF084413F}" dt="2023-05-04T20:25:18.906" v="9199" actId="478"/>
          <ac:spMkLst>
            <pc:docMk/>
            <pc:sldMk cId="1855778625" sldId="329"/>
            <ac:spMk id="5" creationId="{83A4A996-0028-F9A1-4A72-0D3DDF18834B}"/>
          </ac:spMkLst>
        </pc:spChg>
        <pc:spChg chg="del">
          <ac:chgData name="贵斌 任" userId="bf69534e0d83a1ae" providerId="LiveId" clId="{16E96CA4-9853-5F41-B31C-69CDF084413F}" dt="2023-05-04T19:47:46.766" v="9063" actId="478"/>
          <ac:spMkLst>
            <pc:docMk/>
            <pc:sldMk cId="1855778625" sldId="329"/>
            <ac:spMk id="7" creationId="{848EDF01-DC82-240E-DCB4-3060C3D23ED9}"/>
          </ac:spMkLst>
        </pc:spChg>
        <pc:spChg chg="del mod">
          <ac:chgData name="贵斌 任" userId="bf69534e0d83a1ae" providerId="LiveId" clId="{16E96CA4-9853-5F41-B31C-69CDF084413F}" dt="2023-05-04T19:47:51.398" v="9065" actId="478"/>
          <ac:spMkLst>
            <pc:docMk/>
            <pc:sldMk cId="1855778625" sldId="329"/>
            <ac:spMk id="8" creationId="{98E35CB0-B03B-F534-0353-493825B1EBBF}"/>
          </ac:spMkLst>
        </pc:spChg>
        <pc:spChg chg="add del">
          <ac:chgData name="贵斌 任" userId="bf69534e0d83a1ae" providerId="LiveId" clId="{16E96CA4-9853-5F41-B31C-69CDF084413F}" dt="2023-05-04T20:03:36.051" v="9193" actId="22"/>
          <ac:spMkLst>
            <pc:docMk/>
            <pc:sldMk cId="1855778625" sldId="329"/>
            <ac:spMk id="9" creationId="{33116CEE-B3E8-4A09-BFC3-750B2EA30D38}"/>
          </ac:spMkLst>
        </pc:spChg>
        <pc:spChg chg="add mod">
          <ac:chgData name="贵斌 任" userId="bf69534e0d83a1ae" providerId="LiveId" clId="{16E96CA4-9853-5F41-B31C-69CDF084413F}" dt="2023-05-04T20:34:13.364" v="9664" actId="1037"/>
          <ac:spMkLst>
            <pc:docMk/>
            <pc:sldMk cId="1855778625" sldId="329"/>
            <ac:spMk id="15" creationId="{FF9D1D92-F4D5-7194-8E0F-F004A0B7ADC8}"/>
          </ac:spMkLst>
        </pc:spChg>
        <pc:spChg chg="add mod">
          <ac:chgData name="贵斌 任" userId="bf69534e0d83a1ae" providerId="LiveId" clId="{16E96CA4-9853-5F41-B31C-69CDF084413F}" dt="2023-05-04T20:34:13.364" v="9664" actId="1037"/>
          <ac:spMkLst>
            <pc:docMk/>
            <pc:sldMk cId="1855778625" sldId="329"/>
            <ac:spMk id="16" creationId="{42F0AAD6-F50B-0D88-E8EB-452573F5C207}"/>
          </ac:spMkLst>
        </pc:spChg>
        <pc:spChg chg="add mod">
          <ac:chgData name="贵斌 任" userId="bf69534e0d83a1ae" providerId="LiveId" clId="{16E96CA4-9853-5F41-B31C-69CDF084413F}" dt="2023-05-04T20:34:04.296" v="9655" actId="1037"/>
          <ac:spMkLst>
            <pc:docMk/>
            <pc:sldMk cId="1855778625" sldId="329"/>
            <ac:spMk id="17" creationId="{8ADCBCDA-9374-7ED6-90D8-0FA010DFE02C}"/>
          </ac:spMkLst>
        </pc:spChg>
        <pc:spChg chg="add mod">
          <ac:chgData name="贵斌 任" userId="bf69534e0d83a1ae" providerId="LiveId" clId="{16E96CA4-9853-5F41-B31C-69CDF084413F}" dt="2023-05-04T20:34:04.296" v="9655" actId="1037"/>
          <ac:spMkLst>
            <pc:docMk/>
            <pc:sldMk cId="1855778625" sldId="329"/>
            <ac:spMk id="19" creationId="{19F98AC5-970F-D3B2-49F4-0F6D3F126A3C}"/>
          </ac:spMkLst>
        </pc:spChg>
        <pc:spChg chg="add mod">
          <ac:chgData name="贵斌 任" userId="bf69534e0d83a1ae" providerId="LiveId" clId="{16E96CA4-9853-5F41-B31C-69CDF084413F}" dt="2023-05-04T20:36:45.588" v="9791" actId="1038"/>
          <ac:spMkLst>
            <pc:docMk/>
            <pc:sldMk cId="1855778625" sldId="329"/>
            <ac:spMk id="21" creationId="{CD6BEAA8-D48A-FA06-C8C9-43762B06FDB6}"/>
          </ac:spMkLst>
        </pc:spChg>
        <pc:spChg chg="add mod">
          <ac:chgData name="贵斌 任" userId="bf69534e0d83a1ae" providerId="LiveId" clId="{16E96CA4-9853-5F41-B31C-69CDF084413F}" dt="2023-05-04T20:36:45.588" v="9791" actId="1038"/>
          <ac:spMkLst>
            <pc:docMk/>
            <pc:sldMk cId="1855778625" sldId="329"/>
            <ac:spMk id="24" creationId="{E2EE45BB-AE90-14E5-7794-0E2F0F54A72E}"/>
          </ac:spMkLst>
        </pc:spChg>
        <pc:graphicFrameChg chg="add del mod modGraphic">
          <ac:chgData name="贵斌 任" userId="bf69534e0d83a1ae" providerId="LiveId" clId="{16E96CA4-9853-5F41-B31C-69CDF084413F}" dt="2023-05-04T20:35:58.313" v="9718" actId="478"/>
          <ac:graphicFrameMkLst>
            <pc:docMk/>
            <pc:sldMk cId="1855778625" sldId="329"/>
            <ac:graphicFrameMk id="20" creationId="{4C029556-8974-53AB-05AC-76BD27BEE270}"/>
          </ac:graphicFrameMkLst>
        </pc:graphicFrameChg>
        <pc:graphicFrameChg chg="add del">
          <ac:chgData name="贵斌 任" userId="bf69534e0d83a1ae" providerId="LiveId" clId="{16E96CA4-9853-5F41-B31C-69CDF084413F}" dt="2023-05-04T20:35:00.268" v="9685"/>
          <ac:graphicFrameMkLst>
            <pc:docMk/>
            <pc:sldMk cId="1855778625" sldId="329"/>
            <ac:graphicFrameMk id="23" creationId="{68B5A5B2-33E1-B9C5-200E-FD9D6A4DBB99}"/>
          </ac:graphicFrameMkLst>
        </pc:graphicFrameChg>
        <pc:picChg chg="del">
          <ac:chgData name="贵斌 任" userId="bf69534e0d83a1ae" providerId="LiveId" clId="{16E96CA4-9853-5F41-B31C-69CDF084413F}" dt="2023-05-04T19:47:45.081" v="9062" actId="478"/>
          <ac:picMkLst>
            <pc:docMk/>
            <pc:sldMk cId="1855778625" sldId="329"/>
            <ac:picMk id="6" creationId="{9467B9BF-EEE0-7FA1-F5AD-47FA5E6D8A07}"/>
          </ac:picMkLst>
        </pc:picChg>
        <pc:picChg chg="add mod">
          <ac:chgData name="贵斌 任" userId="bf69534e0d83a1ae" providerId="LiveId" clId="{16E96CA4-9853-5F41-B31C-69CDF084413F}" dt="2023-05-04T20:34:13.364" v="9664" actId="1037"/>
          <ac:picMkLst>
            <pc:docMk/>
            <pc:sldMk cId="1855778625" sldId="329"/>
            <ac:picMk id="10" creationId="{2129E499-DDD4-21BF-07AC-7B033F2FA8B3}"/>
          </ac:picMkLst>
        </pc:picChg>
        <pc:picChg chg="add mod">
          <ac:chgData name="贵斌 任" userId="bf69534e0d83a1ae" providerId="LiveId" clId="{16E96CA4-9853-5F41-B31C-69CDF084413F}" dt="2023-05-04T20:34:13.364" v="9664" actId="1037"/>
          <ac:picMkLst>
            <pc:docMk/>
            <pc:sldMk cId="1855778625" sldId="329"/>
            <ac:picMk id="11" creationId="{782F43DE-186F-587C-A523-03EB0E218B09}"/>
          </ac:picMkLst>
        </pc:picChg>
        <pc:picChg chg="add del mod">
          <ac:chgData name="贵斌 任" userId="bf69534e0d83a1ae" providerId="LiveId" clId="{16E96CA4-9853-5F41-B31C-69CDF084413F}" dt="2023-05-04T20:28:29.541" v="9282" actId="478"/>
          <ac:picMkLst>
            <pc:docMk/>
            <pc:sldMk cId="1855778625" sldId="329"/>
            <ac:picMk id="12" creationId="{20C1AE8F-2709-0761-1727-374A9FDEE0D5}"/>
          </ac:picMkLst>
        </pc:picChg>
        <pc:picChg chg="add mod">
          <ac:chgData name="贵斌 任" userId="bf69534e0d83a1ae" providerId="LiveId" clId="{16E96CA4-9853-5F41-B31C-69CDF084413F}" dt="2023-05-04T20:34:04.296" v="9655" actId="1037"/>
          <ac:picMkLst>
            <pc:docMk/>
            <pc:sldMk cId="1855778625" sldId="329"/>
            <ac:picMk id="13" creationId="{F451D831-273D-3171-8C5A-9E2772CBC174}"/>
          </ac:picMkLst>
        </pc:picChg>
        <pc:picChg chg="add mod">
          <ac:chgData name="贵斌 任" userId="bf69534e0d83a1ae" providerId="LiveId" clId="{16E96CA4-9853-5F41-B31C-69CDF084413F}" dt="2023-05-04T20:34:04.296" v="9655" actId="1037"/>
          <ac:picMkLst>
            <pc:docMk/>
            <pc:sldMk cId="1855778625" sldId="329"/>
            <ac:picMk id="14" creationId="{FB2F4E7B-FE2E-DC40-0849-AE611D1695E3}"/>
          </ac:picMkLst>
        </pc:picChg>
        <pc:picChg chg="del">
          <ac:chgData name="贵斌 任" userId="bf69534e0d83a1ae" providerId="LiveId" clId="{16E96CA4-9853-5F41-B31C-69CDF084413F}" dt="2023-05-04T19:47:44.142" v="9061" actId="478"/>
          <ac:picMkLst>
            <pc:docMk/>
            <pc:sldMk cId="1855778625" sldId="329"/>
            <ac:picMk id="1026" creationId="{64EC1CF0-C976-0D25-A4EE-3595764FC0ED}"/>
          </ac:picMkLst>
        </pc:picChg>
        <pc:picChg chg="add del">
          <ac:chgData name="贵斌 任" userId="bf69534e0d83a1ae" providerId="LiveId" clId="{16E96CA4-9853-5F41-B31C-69CDF084413F}" dt="2023-05-04T19:54:22.471" v="9191"/>
          <ac:picMkLst>
            <pc:docMk/>
            <pc:sldMk cId="1855778625" sldId="329"/>
            <ac:picMk id="3074" creationId="{C9869956-E330-7078-864C-3E8C92D331B2}"/>
          </ac:picMkLst>
        </pc:picChg>
        <pc:picChg chg="add del">
          <ac:chgData name="贵斌 任" userId="bf69534e0d83a1ae" providerId="LiveId" clId="{16E96CA4-9853-5F41-B31C-69CDF084413F}" dt="2023-05-04T20:03:44.874" v="9195"/>
          <ac:picMkLst>
            <pc:docMk/>
            <pc:sldMk cId="1855778625" sldId="329"/>
            <ac:picMk id="3076" creationId="{1839E069-E4B9-6D1A-E611-4B48F65017E1}"/>
          </ac:picMkLst>
        </pc:picChg>
        <pc:picChg chg="add del mod">
          <ac:chgData name="贵斌 任" userId="bf69534e0d83a1ae" providerId="LiveId" clId="{16E96CA4-9853-5F41-B31C-69CDF084413F}" dt="2023-05-04T20:33:57.475" v="9641" actId="478"/>
          <ac:picMkLst>
            <pc:docMk/>
            <pc:sldMk cId="1855778625" sldId="329"/>
            <ac:picMk id="3078" creationId="{323579CB-ECCB-BDE3-299F-A314E4ABA272}"/>
          </ac:picMkLst>
        </pc:picChg>
        <pc:cxnChg chg="del mod">
          <ac:chgData name="贵斌 任" userId="bf69534e0d83a1ae" providerId="LiveId" clId="{16E96CA4-9853-5F41-B31C-69CDF084413F}" dt="2023-05-04T20:33:55.769" v="9640" actId="478"/>
          <ac:cxnSpMkLst>
            <pc:docMk/>
            <pc:sldMk cId="1855778625" sldId="329"/>
            <ac:cxnSpMk id="4" creationId="{5FFCDA8F-BEDC-34CD-C04E-C685A213E083}"/>
          </ac:cxnSpMkLst>
        </pc:cxnChg>
        <pc:cxnChg chg="add mod">
          <ac:chgData name="贵斌 任" userId="bf69534e0d83a1ae" providerId="LiveId" clId="{16E96CA4-9853-5F41-B31C-69CDF084413F}" dt="2023-05-04T20:36:45.588" v="9791" actId="1038"/>
          <ac:cxnSpMkLst>
            <pc:docMk/>
            <pc:sldMk cId="1855778625" sldId="329"/>
            <ac:cxnSpMk id="22" creationId="{C428E2AE-C716-FB88-BEAE-6E5D13A5D4C8}"/>
          </ac:cxnSpMkLst>
        </pc:cxnChg>
      </pc:sldChg>
      <pc:sldChg chg="addSp delSp modSp add mod">
        <pc:chgData name="贵斌 任" userId="bf69534e0d83a1ae" providerId="LiveId" clId="{16E96CA4-9853-5F41-B31C-69CDF084413F}" dt="2023-05-04T21:02:31.978" v="9996" actId="20577"/>
        <pc:sldMkLst>
          <pc:docMk/>
          <pc:sldMk cId="771407262" sldId="330"/>
        </pc:sldMkLst>
        <pc:spChg chg="mod">
          <ac:chgData name="贵斌 任" userId="bf69534e0d83a1ae" providerId="LiveId" clId="{16E96CA4-9853-5F41-B31C-69CDF084413F}" dt="2023-05-04T21:02:31.978" v="9996" actId="20577"/>
          <ac:spMkLst>
            <pc:docMk/>
            <pc:sldMk cId="771407262" sldId="330"/>
            <ac:spMk id="21" creationId="{CD6BEAA8-D48A-FA06-C8C9-43762B06FDB6}"/>
          </ac:spMkLst>
        </pc:spChg>
        <pc:spChg chg="mod">
          <ac:chgData name="贵斌 任" userId="bf69534e0d83a1ae" providerId="LiveId" clId="{16E96CA4-9853-5F41-B31C-69CDF084413F}" dt="2023-05-04T21:02:25.912" v="9995" actId="20577"/>
          <ac:spMkLst>
            <pc:docMk/>
            <pc:sldMk cId="771407262" sldId="330"/>
            <ac:spMk id="24" creationId="{E2EE45BB-AE90-14E5-7794-0E2F0F54A72E}"/>
          </ac:spMkLst>
        </pc:spChg>
        <pc:picChg chg="add mod">
          <ac:chgData name="贵斌 任" userId="bf69534e0d83a1ae" providerId="LiveId" clId="{16E96CA4-9853-5F41-B31C-69CDF084413F}" dt="2023-05-04T20:58:30.722" v="9810" actId="14100"/>
          <ac:picMkLst>
            <pc:docMk/>
            <pc:sldMk cId="771407262" sldId="330"/>
            <ac:picMk id="2" creationId="{0D2F4DC9-61D3-E97D-C0CB-7B3C73A9A0D2}"/>
          </ac:picMkLst>
        </pc:picChg>
        <pc:picChg chg="add mod">
          <ac:chgData name="贵斌 任" userId="bf69534e0d83a1ae" providerId="LiveId" clId="{16E96CA4-9853-5F41-B31C-69CDF084413F}" dt="2023-05-04T20:58:52.025" v="9816" actId="1076"/>
          <ac:picMkLst>
            <pc:docMk/>
            <pc:sldMk cId="771407262" sldId="330"/>
            <ac:picMk id="3" creationId="{B72649D3-FB71-6317-282F-5F6D09A1B360}"/>
          </ac:picMkLst>
        </pc:picChg>
        <pc:picChg chg="add mod">
          <ac:chgData name="贵斌 任" userId="bf69534e0d83a1ae" providerId="LiveId" clId="{16E96CA4-9853-5F41-B31C-69CDF084413F}" dt="2023-05-04T20:59:11.566" v="9822" actId="1076"/>
          <ac:picMkLst>
            <pc:docMk/>
            <pc:sldMk cId="771407262" sldId="330"/>
            <ac:picMk id="4" creationId="{E42A43B5-0CBA-CA42-E6D6-25CCE0F48760}"/>
          </ac:picMkLst>
        </pc:picChg>
        <pc:picChg chg="add mod">
          <ac:chgData name="贵斌 任" userId="bf69534e0d83a1ae" providerId="LiveId" clId="{16E96CA4-9853-5F41-B31C-69CDF084413F}" dt="2023-05-04T20:59:31.696" v="9828" actId="1076"/>
          <ac:picMkLst>
            <pc:docMk/>
            <pc:sldMk cId="771407262" sldId="330"/>
            <ac:picMk id="5" creationId="{3C8E3B58-D9A3-0076-C9AE-0F4E03CFFB99}"/>
          </ac:picMkLst>
        </pc:picChg>
        <pc:picChg chg="del">
          <ac:chgData name="贵斌 任" userId="bf69534e0d83a1ae" providerId="LiveId" clId="{16E96CA4-9853-5F41-B31C-69CDF084413F}" dt="2023-05-04T20:58:22.945" v="9806" actId="478"/>
          <ac:picMkLst>
            <pc:docMk/>
            <pc:sldMk cId="771407262" sldId="330"/>
            <ac:picMk id="10" creationId="{2129E499-DDD4-21BF-07AC-7B033F2FA8B3}"/>
          </ac:picMkLst>
        </pc:picChg>
        <pc:picChg chg="del">
          <ac:chgData name="贵斌 任" userId="bf69534e0d83a1ae" providerId="LiveId" clId="{16E96CA4-9853-5F41-B31C-69CDF084413F}" dt="2023-05-04T20:59:01.535" v="9817" actId="478"/>
          <ac:picMkLst>
            <pc:docMk/>
            <pc:sldMk cId="771407262" sldId="330"/>
            <ac:picMk id="11" creationId="{782F43DE-186F-587C-A523-03EB0E218B09}"/>
          </ac:picMkLst>
        </pc:picChg>
        <pc:picChg chg="del">
          <ac:chgData name="贵斌 任" userId="bf69534e0d83a1ae" providerId="LiveId" clId="{16E96CA4-9853-5F41-B31C-69CDF084413F}" dt="2023-05-04T20:59:12.417" v="9823" actId="478"/>
          <ac:picMkLst>
            <pc:docMk/>
            <pc:sldMk cId="771407262" sldId="330"/>
            <ac:picMk id="13" creationId="{F451D831-273D-3171-8C5A-9E2772CBC174}"/>
          </ac:picMkLst>
        </pc:picChg>
        <pc:picChg chg="del">
          <ac:chgData name="贵斌 任" userId="bf69534e0d83a1ae" providerId="LiveId" clId="{16E96CA4-9853-5F41-B31C-69CDF084413F}" dt="2023-05-04T20:58:41.901" v="9811" actId="478"/>
          <ac:picMkLst>
            <pc:docMk/>
            <pc:sldMk cId="771407262" sldId="330"/>
            <ac:picMk id="14" creationId="{FB2F4E7B-FE2E-DC40-0849-AE611D1695E3}"/>
          </ac:picMkLst>
        </pc:picChg>
      </pc:sldChg>
      <pc:sldChg chg="addSp delSp modSp add mod ord">
        <pc:chgData name="贵斌 任" userId="bf69534e0d83a1ae" providerId="LiveId" clId="{16E96CA4-9853-5F41-B31C-69CDF084413F}" dt="2023-05-04T23:52:59.368" v="12406" actId="20578"/>
        <pc:sldMkLst>
          <pc:docMk/>
          <pc:sldMk cId="1372511670" sldId="331"/>
        </pc:sldMkLst>
        <pc:spChg chg="add mod">
          <ac:chgData name="贵斌 任" userId="bf69534e0d83a1ae" providerId="LiveId" clId="{16E96CA4-9853-5F41-B31C-69CDF084413F}" dt="2023-05-04T23:29:18.980" v="11500" actId="20578"/>
          <ac:spMkLst>
            <pc:docMk/>
            <pc:sldMk cId="1372511670" sldId="331"/>
            <ac:spMk id="6" creationId="{FC281A1F-2239-B54A-66C3-A71AD3DCD9D8}"/>
          </ac:spMkLst>
        </pc:spChg>
        <pc:spChg chg="del">
          <ac:chgData name="贵斌 任" userId="bf69534e0d83a1ae" providerId="LiveId" clId="{16E96CA4-9853-5F41-B31C-69CDF084413F}" dt="2023-05-04T21:04:25.822" v="10013" actId="478"/>
          <ac:spMkLst>
            <pc:docMk/>
            <pc:sldMk cId="1372511670" sldId="331"/>
            <ac:spMk id="15" creationId="{FF9D1D92-F4D5-7194-8E0F-F004A0B7ADC8}"/>
          </ac:spMkLst>
        </pc:spChg>
        <pc:spChg chg="del">
          <ac:chgData name="贵斌 任" userId="bf69534e0d83a1ae" providerId="LiveId" clId="{16E96CA4-9853-5F41-B31C-69CDF084413F}" dt="2023-05-04T21:04:25.822" v="10013" actId="478"/>
          <ac:spMkLst>
            <pc:docMk/>
            <pc:sldMk cId="1372511670" sldId="331"/>
            <ac:spMk id="16" creationId="{42F0AAD6-F50B-0D88-E8EB-452573F5C207}"/>
          </ac:spMkLst>
        </pc:spChg>
        <pc:spChg chg="del">
          <ac:chgData name="贵斌 任" userId="bf69534e0d83a1ae" providerId="LiveId" clId="{16E96CA4-9853-5F41-B31C-69CDF084413F}" dt="2023-05-04T21:04:25.822" v="10013" actId="478"/>
          <ac:spMkLst>
            <pc:docMk/>
            <pc:sldMk cId="1372511670" sldId="331"/>
            <ac:spMk id="17" creationId="{8ADCBCDA-9374-7ED6-90D8-0FA010DFE02C}"/>
          </ac:spMkLst>
        </pc:spChg>
        <pc:spChg chg="del">
          <ac:chgData name="贵斌 任" userId="bf69534e0d83a1ae" providerId="LiveId" clId="{16E96CA4-9853-5F41-B31C-69CDF084413F}" dt="2023-05-04T21:04:25.822" v="10013" actId="478"/>
          <ac:spMkLst>
            <pc:docMk/>
            <pc:sldMk cId="1372511670" sldId="331"/>
            <ac:spMk id="19" creationId="{19F98AC5-970F-D3B2-49F4-0F6D3F126A3C}"/>
          </ac:spMkLst>
        </pc:spChg>
        <pc:spChg chg="mod">
          <ac:chgData name="贵斌 任" userId="bf69534e0d83a1ae" providerId="LiveId" clId="{16E96CA4-9853-5F41-B31C-69CDF084413F}" dt="2023-05-04T22:51:21.938" v="10095" actId="1076"/>
          <ac:spMkLst>
            <pc:docMk/>
            <pc:sldMk cId="1372511670" sldId="331"/>
            <ac:spMk id="21" creationId="{CD6BEAA8-D48A-FA06-C8C9-43762B06FDB6}"/>
          </ac:spMkLst>
        </pc:spChg>
        <pc:spChg chg="del">
          <ac:chgData name="贵斌 任" userId="bf69534e0d83a1ae" providerId="LiveId" clId="{16E96CA4-9853-5F41-B31C-69CDF084413F}" dt="2023-05-04T21:04:27.816" v="10014" actId="478"/>
          <ac:spMkLst>
            <pc:docMk/>
            <pc:sldMk cId="1372511670" sldId="331"/>
            <ac:spMk id="24" creationId="{E2EE45BB-AE90-14E5-7794-0E2F0F54A72E}"/>
          </ac:spMkLst>
        </pc:spChg>
        <pc:picChg chg="del">
          <ac:chgData name="贵斌 任" userId="bf69534e0d83a1ae" providerId="LiveId" clId="{16E96CA4-9853-5F41-B31C-69CDF084413F}" dt="2023-05-04T21:04:25.822" v="10013" actId="478"/>
          <ac:picMkLst>
            <pc:docMk/>
            <pc:sldMk cId="1372511670" sldId="331"/>
            <ac:picMk id="2" creationId="{0D2F4DC9-61D3-E97D-C0CB-7B3C73A9A0D2}"/>
          </ac:picMkLst>
        </pc:picChg>
        <pc:picChg chg="del">
          <ac:chgData name="贵斌 任" userId="bf69534e0d83a1ae" providerId="LiveId" clId="{16E96CA4-9853-5F41-B31C-69CDF084413F}" dt="2023-05-04T21:04:25.822" v="10013" actId="478"/>
          <ac:picMkLst>
            <pc:docMk/>
            <pc:sldMk cId="1372511670" sldId="331"/>
            <ac:picMk id="3" creationId="{B72649D3-FB71-6317-282F-5F6D09A1B360}"/>
          </ac:picMkLst>
        </pc:picChg>
        <pc:picChg chg="del">
          <ac:chgData name="贵斌 任" userId="bf69534e0d83a1ae" providerId="LiveId" clId="{16E96CA4-9853-5F41-B31C-69CDF084413F}" dt="2023-05-04T21:04:25.822" v="10013" actId="478"/>
          <ac:picMkLst>
            <pc:docMk/>
            <pc:sldMk cId="1372511670" sldId="331"/>
            <ac:picMk id="4" creationId="{E42A43B5-0CBA-CA42-E6D6-25CCE0F48760}"/>
          </ac:picMkLst>
        </pc:picChg>
        <pc:picChg chg="del">
          <ac:chgData name="贵斌 任" userId="bf69534e0d83a1ae" providerId="LiveId" clId="{16E96CA4-9853-5F41-B31C-69CDF084413F}" dt="2023-05-04T21:04:25.822" v="10013" actId="478"/>
          <ac:picMkLst>
            <pc:docMk/>
            <pc:sldMk cId="1372511670" sldId="331"/>
            <ac:picMk id="5" creationId="{3C8E3B58-D9A3-0076-C9AE-0F4E03CFFB99}"/>
          </ac:picMkLst>
        </pc:picChg>
        <pc:picChg chg="add mod">
          <ac:chgData name="贵斌 任" userId="bf69534e0d83a1ae" providerId="LiveId" clId="{16E96CA4-9853-5F41-B31C-69CDF084413F}" dt="2023-05-04T23:09:59.137" v="10886" actId="1076"/>
          <ac:picMkLst>
            <pc:docMk/>
            <pc:sldMk cId="1372511670" sldId="331"/>
            <ac:picMk id="5121" creationId="{D80D37B9-35AD-5DA9-2A36-4022E9356081}"/>
          </ac:picMkLst>
        </pc:picChg>
        <pc:picChg chg="add del mod">
          <ac:chgData name="贵斌 任" userId="bf69534e0d83a1ae" providerId="LiveId" clId="{16E96CA4-9853-5F41-B31C-69CDF084413F}" dt="2023-05-04T22:34:18.302" v="10090" actId="478"/>
          <ac:picMkLst>
            <pc:docMk/>
            <pc:sldMk cId="1372511670" sldId="331"/>
            <ac:picMk id="5122" creationId="{512C3205-97F6-3D80-1BA1-6C390B307EE0}"/>
          </ac:picMkLst>
        </pc:picChg>
        <pc:picChg chg="add mod">
          <ac:chgData name="贵斌 任" userId="bf69534e0d83a1ae" providerId="LiveId" clId="{16E96CA4-9853-5F41-B31C-69CDF084413F}" dt="2023-05-04T22:34:26.506" v="10092" actId="1076"/>
          <ac:picMkLst>
            <pc:docMk/>
            <pc:sldMk cId="1372511670" sldId="331"/>
            <ac:picMk id="5123" creationId="{A364F041-CD76-8639-0EB4-E6774EE75016}"/>
          </ac:picMkLst>
        </pc:picChg>
        <pc:cxnChg chg="mod">
          <ac:chgData name="贵斌 任" userId="bf69534e0d83a1ae" providerId="LiveId" clId="{16E96CA4-9853-5F41-B31C-69CDF084413F}" dt="2023-05-04T22:51:21.938" v="10095" actId="1076"/>
          <ac:cxnSpMkLst>
            <pc:docMk/>
            <pc:sldMk cId="1372511670" sldId="331"/>
            <ac:cxnSpMk id="22" creationId="{C428E2AE-C716-FB88-BEAE-6E5D13A5D4C8}"/>
          </ac:cxnSpMkLst>
        </pc:cxnChg>
      </pc:sldChg>
      <pc:sldChg chg="addSp delSp modSp add mod">
        <pc:chgData name="贵斌 任" userId="bf69534e0d83a1ae" providerId="LiveId" clId="{16E96CA4-9853-5F41-B31C-69CDF084413F}" dt="2023-05-05T19:49:24.323" v="14859" actId="20577"/>
        <pc:sldMkLst>
          <pc:docMk/>
          <pc:sldMk cId="633996688" sldId="332"/>
        </pc:sldMkLst>
        <pc:spChg chg="add mod">
          <ac:chgData name="贵斌 任" userId="bf69534e0d83a1ae" providerId="LiveId" clId="{16E96CA4-9853-5F41-B31C-69CDF084413F}" dt="2023-05-05T19:49:24.323" v="14859" actId="20577"/>
          <ac:spMkLst>
            <pc:docMk/>
            <pc:sldMk cId="633996688" sldId="332"/>
            <ac:spMk id="2" creationId="{A6C729D2-9769-329F-B219-6A3D879F3DFA}"/>
          </ac:spMkLst>
        </pc:spChg>
        <pc:spChg chg="add del mod">
          <ac:chgData name="贵斌 任" userId="bf69534e0d83a1ae" providerId="LiveId" clId="{16E96CA4-9853-5F41-B31C-69CDF084413F}" dt="2023-05-04T23:41:00.744" v="11505" actId="478"/>
          <ac:spMkLst>
            <pc:docMk/>
            <pc:sldMk cId="633996688" sldId="332"/>
            <ac:spMk id="3" creationId="{29C5CEA8-227D-E869-1069-95FD6EADF0A8}"/>
          </ac:spMkLst>
        </pc:spChg>
        <pc:spChg chg="add del mod">
          <ac:chgData name="贵斌 任" userId="bf69534e0d83a1ae" providerId="LiveId" clId="{16E96CA4-9853-5F41-B31C-69CDF084413F}" dt="2023-05-04T23:41:07.947" v="11508" actId="478"/>
          <ac:spMkLst>
            <pc:docMk/>
            <pc:sldMk cId="633996688" sldId="332"/>
            <ac:spMk id="4" creationId="{274B4B70-11D8-F010-2F0C-5CAD45316271}"/>
          </ac:spMkLst>
        </pc:spChg>
        <pc:spChg chg="mod">
          <ac:chgData name="贵斌 任" userId="bf69534e0d83a1ae" providerId="LiveId" clId="{16E96CA4-9853-5F41-B31C-69CDF084413F}" dt="2023-05-04T23:52:17.620" v="12404" actId="1035"/>
          <ac:spMkLst>
            <pc:docMk/>
            <pc:sldMk cId="633996688" sldId="332"/>
            <ac:spMk id="21" creationId="{CD6BEAA8-D48A-FA06-C8C9-43762B06FDB6}"/>
          </ac:spMkLst>
        </pc:spChg>
        <pc:picChg chg="add del mod">
          <ac:chgData name="贵斌 任" userId="bf69534e0d83a1ae" providerId="LiveId" clId="{16E96CA4-9853-5F41-B31C-69CDF084413F}" dt="2023-05-04T23:43:37.980" v="11533" actId="478"/>
          <ac:picMkLst>
            <pc:docMk/>
            <pc:sldMk cId="633996688" sldId="332"/>
            <ac:picMk id="5" creationId="{B77F9A37-6961-057E-229F-8ADBF4F3FC77}"/>
          </ac:picMkLst>
        </pc:picChg>
        <pc:picChg chg="add mod">
          <ac:chgData name="贵斌 任" userId="bf69534e0d83a1ae" providerId="LiveId" clId="{16E96CA4-9853-5F41-B31C-69CDF084413F}" dt="2023-05-05T00:40:42.607" v="12544" actId="1076"/>
          <ac:picMkLst>
            <pc:docMk/>
            <pc:sldMk cId="633996688" sldId="332"/>
            <ac:picMk id="6" creationId="{93A59F7C-9E16-D7CD-7D78-4E950907B6A1}"/>
          </ac:picMkLst>
        </pc:picChg>
        <pc:cxnChg chg="mod">
          <ac:chgData name="贵斌 任" userId="bf69534e0d83a1ae" providerId="LiveId" clId="{16E96CA4-9853-5F41-B31C-69CDF084413F}" dt="2023-05-04T23:52:17.620" v="12404" actId="1035"/>
          <ac:cxnSpMkLst>
            <pc:docMk/>
            <pc:sldMk cId="633996688" sldId="332"/>
            <ac:cxnSpMk id="22" creationId="{C428E2AE-C716-FB88-BEAE-6E5D13A5D4C8}"/>
          </ac:cxnSpMkLst>
        </pc:cxnChg>
      </pc:sldChg>
      <pc:sldChg chg="add del">
        <pc:chgData name="贵斌 任" userId="bf69534e0d83a1ae" providerId="LiveId" clId="{16E96CA4-9853-5F41-B31C-69CDF084413F}" dt="2023-05-05T10:49:43.503" v="13834" actId="2696"/>
        <pc:sldMkLst>
          <pc:docMk/>
          <pc:sldMk cId="892172761" sldId="333"/>
        </pc:sldMkLst>
      </pc:sldChg>
      <pc:sldChg chg="addSp delSp modSp add del mod modNotesTx">
        <pc:chgData name="贵斌 任" userId="bf69534e0d83a1ae" providerId="LiveId" clId="{16E96CA4-9853-5F41-B31C-69CDF084413F}" dt="2023-05-05T22:28:26.455" v="18085" actId="2696"/>
        <pc:sldMkLst>
          <pc:docMk/>
          <pc:sldMk cId="3451926196" sldId="333"/>
        </pc:sldMkLst>
        <pc:spChg chg="mod">
          <ac:chgData name="贵斌 任" userId="bf69534e0d83a1ae" providerId="LiveId" clId="{16E96CA4-9853-5F41-B31C-69CDF084413F}" dt="2023-05-05T11:45:41.745" v="14376" actId="113"/>
          <ac:spMkLst>
            <pc:docMk/>
            <pc:sldMk cId="3451926196" sldId="333"/>
            <ac:spMk id="6" creationId="{00000000-0000-0000-0000-000000000000}"/>
          </ac:spMkLst>
        </pc:spChg>
        <pc:graphicFrameChg chg="del modGraphic">
          <ac:chgData name="贵斌 任" userId="bf69534e0d83a1ae" providerId="LiveId" clId="{16E96CA4-9853-5F41-B31C-69CDF084413F}" dt="2023-05-05T11:42:32.492" v="14326" actId="478"/>
          <ac:graphicFrameMkLst>
            <pc:docMk/>
            <pc:sldMk cId="3451926196" sldId="333"/>
            <ac:graphicFrameMk id="2" creationId="{00000000-0000-0000-0000-000000000000}"/>
          </ac:graphicFrameMkLst>
        </pc:graphicFrameChg>
        <pc:graphicFrameChg chg="add mod modGraphic">
          <ac:chgData name="贵斌 任" userId="bf69534e0d83a1ae" providerId="LiveId" clId="{16E96CA4-9853-5F41-B31C-69CDF084413F}" dt="2023-05-05T18:38:07.497" v="14395" actId="20577"/>
          <ac:graphicFrameMkLst>
            <pc:docMk/>
            <pc:sldMk cId="3451926196" sldId="333"/>
            <ac:graphicFrameMk id="3" creationId="{9D3DC41D-70D3-4143-9D2E-075D466E3C9B}"/>
          </ac:graphicFrameMkLst>
        </pc:graphicFrameChg>
      </pc:sldChg>
      <pc:sldChg chg="addSp delSp modSp add del">
        <pc:chgData name="贵斌 任" userId="bf69534e0d83a1ae" providerId="LiveId" clId="{16E96CA4-9853-5F41-B31C-69CDF084413F}" dt="2023-05-05T19:54:22.606" v="14863"/>
        <pc:sldMkLst>
          <pc:docMk/>
          <pc:sldMk cId="3783706075" sldId="334"/>
        </pc:sldMkLst>
        <pc:spChg chg="add del">
          <ac:chgData name="贵斌 任" userId="bf69534e0d83a1ae" providerId="LiveId" clId="{16E96CA4-9853-5F41-B31C-69CDF084413F}" dt="2023-05-05T19:54:22.606" v="14863"/>
          <ac:spMkLst>
            <pc:docMk/>
            <pc:sldMk cId="3783706075" sldId="334"/>
            <ac:spMk id="2" creationId="{03530498-3AB8-75BF-390F-0D8311754DAD}"/>
          </ac:spMkLst>
        </pc:spChg>
        <pc:spChg chg="mod">
          <ac:chgData name="贵斌 任" userId="bf69534e0d83a1ae" providerId="LiveId" clId="{16E96CA4-9853-5F41-B31C-69CDF084413F}" dt="2023-05-05T19:54:22.606" v="14863"/>
          <ac:spMkLst>
            <pc:docMk/>
            <pc:sldMk cId="3783706075" sldId="334"/>
            <ac:spMk id="3" creationId="{446230B2-94D7-EAA8-979B-2C289822E542}"/>
          </ac:spMkLst>
        </pc:spChg>
        <pc:spChg chg="add del mod">
          <ac:chgData name="贵斌 任" userId="bf69534e0d83a1ae" providerId="LiveId" clId="{16E96CA4-9853-5F41-B31C-69CDF084413F}" dt="2023-05-05T19:54:22.606" v="14863"/>
          <ac:spMkLst>
            <pc:docMk/>
            <pc:sldMk cId="3783706075" sldId="334"/>
            <ac:spMk id="4" creationId="{FBDC65C6-2A5A-4600-95CA-9C96D2ABE23A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6" creationId="{542FC73D-C0A0-54A2-1E79-5D773BBC4E61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7" creationId="{ABED83E9-B925-B1AC-F175-FACBAE9C971B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8" creationId="{BC4BD85F-19F2-1AC9-9A70-4C9356787F3D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9" creationId="{3FB63085-2F32-7584-5C3D-CBFE92C36ACB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0" creationId="{7E0C2076-A332-0F9D-20CA-1C688DA69415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1" creationId="{4FFEA457-A07D-F848-09EB-16952AC5161F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2" creationId="{9584C727-5FA7-C618-A0C5-BD5343761235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3" creationId="{D62532D6-C387-D0AF-2060-45E909EF1FA0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4" creationId="{E3758536-8B27-EF4B-5E6D-DB38E43E500A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5" creationId="{D98D1165-52D2-36C3-9247-0381E7FF91F0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6" creationId="{251DCBB0-7B73-E6EC-BBBB-74768F47B4D2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7" creationId="{AB5C6F00-4E87-8A5D-1DA7-3082D9DEF393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8" creationId="{D14AD57C-F874-681C-2E2D-0F9610A2BCC7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19" creationId="{5614FC98-E65C-5D49-AAAC-BFDDF5F689E0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20" creationId="{404507AA-14A2-DFDE-01E3-949225CFDF3E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21" creationId="{FC575339-4457-8D12-0ED8-D2249E2DD7C0}"/>
          </ac:spMkLst>
        </pc:spChg>
        <pc:spChg chg="mod">
          <ac:chgData name="贵斌 任" userId="bf69534e0d83a1ae" providerId="LiveId" clId="{16E96CA4-9853-5F41-B31C-69CDF084413F}" dt="2023-05-05T19:54:09.573" v="14862"/>
          <ac:spMkLst>
            <pc:docMk/>
            <pc:sldMk cId="3783706075" sldId="334"/>
            <ac:spMk id="22" creationId="{980F999C-DF6C-6F3B-DCD8-99E8F80306A0}"/>
          </ac:spMkLst>
        </pc:spChg>
        <pc:grpChg chg="add del mod">
          <ac:chgData name="贵斌 任" userId="bf69534e0d83a1ae" providerId="LiveId" clId="{16E96CA4-9853-5F41-B31C-69CDF084413F}" dt="2023-05-05T19:54:22.606" v="14863"/>
          <ac:grpSpMkLst>
            <pc:docMk/>
            <pc:sldMk cId="3783706075" sldId="334"/>
            <ac:grpSpMk id="5" creationId="{DDA3317F-8B26-E6D1-2C13-BD4AC75713C5}"/>
          </ac:grpSpMkLst>
        </pc:grpChg>
      </pc:sldChg>
      <pc:sldChg chg="add del">
        <pc:chgData name="贵斌 任" userId="bf69534e0d83a1ae" providerId="LiveId" clId="{16E96CA4-9853-5F41-B31C-69CDF084413F}" dt="2023-05-05T19:58:30.617" v="14922" actId="2696"/>
        <pc:sldMkLst>
          <pc:docMk/>
          <pc:sldMk cId="0" sldId="562"/>
        </pc:sldMkLst>
      </pc:sldChg>
      <pc:sldChg chg="addSp delSp modSp add mod modNotesTx">
        <pc:chgData name="贵斌 任" userId="bf69534e0d83a1ae" providerId="LiveId" clId="{16E96CA4-9853-5F41-B31C-69CDF084413F}" dt="2023-05-05T23:36:34.572" v="20408" actId="20577"/>
        <pc:sldMkLst>
          <pc:docMk/>
          <pc:sldMk cId="2541731029" sldId="563"/>
        </pc:sldMkLst>
        <pc:spChg chg="del">
          <ac:chgData name="贵斌 任" userId="bf69534e0d83a1ae" providerId="LiveId" clId="{16E96CA4-9853-5F41-B31C-69CDF084413F}" dt="2023-05-05T19:56:22.784" v="14872" actId="478"/>
          <ac:spMkLst>
            <pc:docMk/>
            <pc:sldMk cId="2541731029" sldId="563"/>
            <ac:spMk id="3" creationId="{00000000-0000-0000-0000-000000000000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5" creationId="{FD47FE2E-A2A3-5964-778C-75C949ED6BB8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6" creationId="{D17DABC6-69F5-AFDF-2A58-1A3A7DE88BB7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7" creationId="{C432D700-FC5B-E5D2-91DA-0C87209F1A0F}"/>
          </ac:spMkLst>
        </pc:spChg>
        <pc:spChg chg="del">
          <ac:chgData name="贵斌 任" userId="bf69534e0d83a1ae" providerId="LiveId" clId="{16E96CA4-9853-5F41-B31C-69CDF084413F}" dt="2023-05-05T19:56:25.394" v="14873" actId="478"/>
          <ac:spMkLst>
            <pc:docMk/>
            <pc:sldMk cId="2541731029" sldId="563"/>
            <ac:spMk id="10" creationId="{00000000-0000-0000-0000-000000000000}"/>
          </ac:spMkLst>
        </pc:spChg>
        <pc:spChg chg="mod">
          <ac:chgData name="贵斌 任" userId="bf69534e0d83a1ae" providerId="LiveId" clId="{16E96CA4-9853-5F41-B31C-69CDF084413F}" dt="2023-05-05T20:02:56.838" v="15069" actId="207"/>
          <ac:spMkLst>
            <pc:docMk/>
            <pc:sldMk cId="2541731029" sldId="563"/>
            <ac:spMk id="12" creationId="{C61DCF4E-DC57-DFEB-9C78-B17DA18A2D7C}"/>
          </ac:spMkLst>
        </pc:spChg>
        <pc:spChg chg="mod">
          <ac:chgData name="贵斌 任" userId="bf69534e0d83a1ae" providerId="LiveId" clId="{16E96CA4-9853-5F41-B31C-69CDF084413F}" dt="2023-05-05T20:02:56.838" v="15069" actId="207"/>
          <ac:spMkLst>
            <pc:docMk/>
            <pc:sldMk cId="2541731029" sldId="563"/>
            <ac:spMk id="13" creationId="{573D6531-C85E-DC48-8128-D236677DDD42}"/>
          </ac:spMkLst>
        </pc:spChg>
        <pc:spChg chg="mod">
          <ac:chgData name="贵斌 任" userId="bf69534e0d83a1ae" providerId="LiveId" clId="{16E96CA4-9853-5F41-B31C-69CDF084413F}" dt="2023-05-05T20:02:56.838" v="15069" actId="207"/>
          <ac:spMkLst>
            <pc:docMk/>
            <pc:sldMk cId="2541731029" sldId="563"/>
            <ac:spMk id="14" creationId="{AC93468D-16A2-0C13-B913-22506895A8E8}"/>
          </ac:spMkLst>
        </pc:spChg>
        <pc:spChg chg="mod topLvl">
          <ac:chgData name="贵斌 任" userId="bf69534e0d83a1ae" providerId="LiveId" clId="{16E96CA4-9853-5F41-B31C-69CDF084413F}" dt="2023-05-05T20:22:37.662" v="15896" actId="1035"/>
          <ac:spMkLst>
            <pc:docMk/>
            <pc:sldMk cId="2541731029" sldId="563"/>
            <ac:spMk id="17" creationId="{4C5B8C90-3615-821F-B794-49AD34CCB4EA}"/>
          </ac:spMkLst>
        </pc:spChg>
        <pc:spChg chg="mod">
          <ac:chgData name="贵斌 任" userId="bf69534e0d83a1ae" providerId="LiveId" clId="{16E96CA4-9853-5F41-B31C-69CDF084413F}" dt="2023-05-05T20:00:45.715" v="15040" actId="14100"/>
          <ac:spMkLst>
            <pc:docMk/>
            <pc:sldMk cId="2541731029" sldId="563"/>
            <ac:spMk id="18" creationId="{00000000-0000-0000-0000-000000000000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19" creationId="{1FBC597F-832F-F4E2-7DE6-6E2B886E4F9A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20" creationId="{D6EC2CFB-E07C-8DC0-4B00-B198E59B1607}"/>
          </ac:spMkLst>
        </pc:spChg>
        <pc:spChg chg="del">
          <ac:chgData name="贵斌 任" userId="bf69534e0d83a1ae" providerId="LiveId" clId="{16E96CA4-9853-5F41-B31C-69CDF084413F}" dt="2023-05-05T19:56:25.394" v="14873" actId="478"/>
          <ac:spMkLst>
            <pc:docMk/>
            <pc:sldMk cId="2541731029" sldId="563"/>
            <ac:spMk id="23" creationId="{00000000-0000-0000-0000-000000000000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24" creationId="{16DB9945-ED2E-7222-EFBE-4BFAF0C9EAB1}"/>
          </ac:spMkLst>
        </pc:spChg>
        <pc:spChg chg="del">
          <ac:chgData name="贵斌 任" userId="bf69534e0d83a1ae" providerId="LiveId" clId="{16E96CA4-9853-5F41-B31C-69CDF084413F}" dt="2023-05-05T19:56:25.394" v="14873" actId="478"/>
          <ac:spMkLst>
            <pc:docMk/>
            <pc:sldMk cId="2541731029" sldId="563"/>
            <ac:spMk id="25" creationId="{00000000-0000-0000-0000-000000000000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26" creationId="{20C7DA48-60D4-6381-C69E-2B95B3DB5746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27" creationId="{D989CE5E-E715-9475-AC66-B0524277F32A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30" creationId="{BBE44617-D163-F3D9-BAB2-6DE8C0E93F30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31" creationId="{7A6B138E-5C7D-C049-15B5-9510F84BFEE5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32" creationId="{82B4F49A-F71E-E413-AE42-AC9C8F350DD7}"/>
          </ac:spMkLst>
        </pc:spChg>
        <pc:spChg chg="add del mod">
          <ac:chgData name="贵斌 任" userId="bf69534e0d83a1ae" providerId="LiveId" clId="{16E96CA4-9853-5F41-B31C-69CDF084413F}" dt="2023-05-05T19:57:10.069" v="14880" actId="478"/>
          <ac:spMkLst>
            <pc:docMk/>
            <pc:sldMk cId="2541731029" sldId="563"/>
            <ac:spMk id="33" creationId="{615C3F27-D38F-2817-E7AB-A112046638AD}"/>
          </ac:spMkLst>
        </pc:spChg>
        <pc:spChg chg="add mod">
          <ac:chgData name="贵斌 任" userId="bf69534e0d83a1ae" providerId="LiveId" clId="{16E96CA4-9853-5F41-B31C-69CDF084413F}" dt="2023-05-05T20:23:49.016" v="16018" actId="1076"/>
          <ac:spMkLst>
            <pc:docMk/>
            <pc:sldMk cId="2541731029" sldId="563"/>
            <ac:spMk id="34" creationId="{DAC44F78-6C59-1520-F6B5-2DC2FE8AA138}"/>
          </ac:spMkLst>
        </pc:spChg>
        <pc:spChg chg="add mod">
          <ac:chgData name="贵斌 任" userId="bf69534e0d83a1ae" providerId="LiveId" clId="{16E96CA4-9853-5F41-B31C-69CDF084413F}" dt="2023-05-05T20:23:03.346" v="15950" actId="1035"/>
          <ac:spMkLst>
            <pc:docMk/>
            <pc:sldMk cId="2541731029" sldId="563"/>
            <ac:spMk id="37" creationId="{DBC0DC5A-4845-63AC-4CD4-BD068E73259D}"/>
          </ac:spMkLst>
        </pc:spChg>
        <pc:spChg chg="add mod">
          <ac:chgData name="贵斌 任" userId="bf69534e0d83a1ae" providerId="LiveId" clId="{16E96CA4-9853-5F41-B31C-69CDF084413F}" dt="2023-05-05T20:22:47.109" v="15917" actId="1035"/>
          <ac:spMkLst>
            <pc:docMk/>
            <pc:sldMk cId="2541731029" sldId="563"/>
            <ac:spMk id="38" creationId="{905123D0-454E-DB50-8C40-EEAD3F6DF551}"/>
          </ac:spMkLst>
        </pc:spChg>
        <pc:spChg chg="add del mod">
          <ac:chgData name="贵斌 任" userId="bf69534e0d83a1ae" providerId="LiveId" clId="{16E96CA4-9853-5F41-B31C-69CDF084413F}" dt="2023-05-05T19:57:40.654" v="14889" actId="478"/>
          <ac:spMkLst>
            <pc:docMk/>
            <pc:sldMk cId="2541731029" sldId="563"/>
            <ac:spMk id="46" creationId="{8A212B73-D036-139A-ACD0-632E62C6A944}"/>
          </ac:spMkLst>
        </pc:spChg>
        <pc:spChg chg="add del mod">
          <ac:chgData name="贵斌 任" userId="bf69534e0d83a1ae" providerId="LiveId" clId="{16E96CA4-9853-5F41-B31C-69CDF084413F}" dt="2023-05-05T20:03:21.873" v="15075" actId="478"/>
          <ac:spMkLst>
            <pc:docMk/>
            <pc:sldMk cId="2541731029" sldId="563"/>
            <ac:spMk id="47" creationId="{97A74B08-9D0A-8C4C-5773-396546385B38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49" creationId="{D3F4431F-B148-C648-4609-2C29D3A3DCA3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50" creationId="{7CE8CA2A-2609-37C2-D552-04DF6363574F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51" creationId="{A4696456-8B94-CEE7-9EC8-73488EAA7DFA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52" creationId="{9BD6978F-F3FD-8C05-2A70-1D90A5595A9A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54" creationId="{BAB64073-CA80-F979-BF7B-D839B79E782B}"/>
          </ac:spMkLst>
        </pc:spChg>
        <pc:spChg chg="mod">
          <ac:chgData name="贵斌 任" userId="bf69534e0d83a1ae" providerId="LiveId" clId="{16E96CA4-9853-5F41-B31C-69CDF084413F}" dt="2023-05-05T19:56:47.624" v="14874"/>
          <ac:spMkLst>
            <pc:docMk/>
            <pc:sldMk cId="2541731029" sldId="563"/>
            <ac:spMk id="55" creationId="{15C817E6-26F1-5F70-65CB-D316C3F9120E}"/>
          </ac:spMkLst>
        </pc:spChg>
        <pc:spChg chg="add del mod">
          <ac:chgData name="贵斌 任" userId="bf69534e0d83a1ae" providerId="LiveId" clId="{16E96CA4-9853-5F41-B31C-69CDF084413F}" dt="2023-05-05T19:56:51.745" v="14875" actId="478"/>
          <ac:spMkLst>
            <pc:docMk/>
            <pc:sldMk cId="2541731029" sldId="563"/>
            <ac:spMk id="56" creationId="{6811427F-1FA4-ECA8-471C-BF4D5999D2CB}"/>
          </ac:spMkLst>
        </pc:spChg>
        <pc:spChg chg="add del mod">
          <ac:chgData name="贵斌 任" userId="bf69534e0d83a1ae" providerId="LiveId" clId="{16E96CA4-9853-5F41-B31C-69CDF084413F}" dt="2023-05-05T19:56:51.745" v="14875" actId="478"/>
          <ac:spMkLst>
            <pc:docMk/>
            <pc:sldMk cId="2541731029" sldId="563"/>
            <ac:spMk id="57" creationId="{F3AEB016-FD43-8881-BF54-F2760A7356FF}"/>
          </ac:spMkLst>
        </pc:spChg>
        <pc:spChg chg="add del mod">
          <ac:chgData name="贵斌 任" userId="bf69534e0d83a1ae" providerId="LiveId" clId="{16E96CA4-9853-5F41-B31C-69CDF084413F}" dt="2023-05-05T19:56:51.745" v="14875" actId="478"/>
          <ac:spMkLst>
            <pc:docMk/>
            <pc:sldMk cId="2541731029" sldId="563"/>
            <ac:spMk id="58" creationId="{4FE5FADC-BCC4-D6FA-F2F8-61D0D71280B8}"/>
          </ac:spMkLst>
        </pc:spChg>
        <pc:spChg chg="add del mod">
          <ac:chgData name="贵斌 任" userId="bf69534e0d83a1ae" providerId="LiveId" clId="{16E96CA4-9853-5F41-B31C-69CDF084413F}" dt="2023-05-05T19:56:51.745" v="14875" actId="478"/>
          <ac:spMkLst>
            <pc:docMk/>
            <pc:sldMk cId="2541731029" sldId="563"/>
            <ac:spMk id="59" creationId="{F2B53F50-CDA7-4E39-8EAF-3E07C81FDA6B}"/>
          </ac:spMkLst>
        </pc:spChg>
        <pc:spChg chg="add del mod">
          <ac:chgData name="贵斌 任" userId="bf69534e0d83a1ae" providerId="LiveId" clId="{16E96CA4-9853-5F41-B31C-69CDF084413F}" dt="2023-05-05T19:57:12.726" v="14881" actId="478"/>
          <ac:spMkLst>
            <pc:docMk/>
            <pc:sldMk cId="2541731029" sldId="563"/>
            <ac:spMk id="61" creationId="{BED1E599-1317-1EE1-A4B6-5BE4909F7149}"/>
          </ac:spMkLst>
        </pc:spChg>
        <pc:spChg chg="add del mod">
          <ac:chgData name="贵斌 任" userId="bf69534e0d83a1ae" providerId="LiveId" clId="{16E96CA4-9853-5F41-B31C-69CDF084413F}" dt="2023-05-05T19:57:12.726" v="14881" actId="478"/>
          <ac:spMkLst>
            <pc:docMk/>
            <pc:sldMk cId="2541731029" sldId="563"/>
            <ac:spMk id="62" creationId="{2192D6A6-27C3-E744-D449-4BF897BCAF19}"/>
          </ac:spMkLst>
        </pc:spChg>
        <pc:spChg chg="add del mod">
          <ac:chgData name="贵斌 任" userId="bf69534e0d83a1ae" providerId="LiveId" clId="{16E96CA4-9853-5F41-B31C-69CDF084413F}" dt="2023-05-05T20:06:48.452" v="15080" actId="478"/>
          <ac:spMkLst>
            <pc:docMk/>
            <pc:sldMk cId="2541731029" sldId="563"/>
            <ac:spMk id="63" creationId="{903A51DD-032C-FF36-E7E3-62ACE6F24654}"/>
          </ac:spMkLst>
        </pc:spChg>
        <pc:spChg chg="add del mod">
          <ac:chgData name="贵斌 任" userId="bf69534e0d83a1ae" providerId="LiveId" clId="{16E96CA4-9853-5F41-B31C-69CDF084413F}" dt="2023-05-05T20:06:46.539" v="15079" actId="478"/>
          <ac:spMkLst>
            <pc:docMk/>
            <pc:sldMk cId="2541731029" sldId="563"/>
            <ac:spMk id="64" creationId="{665623D8-20AA-D8EB-2473-C5BD4B7214EC}"/>
          </ac:spMkLst>
        </pc:spChg>
        <pc:spChg chg="add del mod">
          <ac:chgData name="贵斌 任" userId="bf69534e0d83a1ae" providerId="LiveId" clId="{16E96CA4-9853-5F41-B31C-69CDF084413F}" dt="2023-05-05T19:57:33.598" v="14886" actId="478"/>
          <ac:spMkLst>
            <pc:docMk/>
            <pc:sldMk cId="2541731029" sldId="563"/>
            <ac:spMk id="65" creationId="{AFC7A238-B7A2-5503-42DF-17B6B2085CD8}"/>
          </ac:spMkLst>
        </pc:spChg>
        <pc:spChg chg="add del mod">
          <ac:chgData name="贵斌 任" userId="bf69534e0d83a1ae" providerId="LiveId" clId="{16E96CA4-9853-5F41-B31C-69CDF084413F}" dt="2023-05-05T19:57:12.726" v="14881" actId="478"/>
          <ac:spMkLst>
            <pc:docMk/>
            <pc:sldMk cId="2541731029" sldId="563"/>
            <ac:spMk id="66" creationId="{47DDBCA1-759E-BE40-AF11-9DB4795D4B02}"/>
          </ac:spMkLst>
        </pc:spChg>
        <pc:spChg chg="add del mod">
          <ac:chgData name="贵斌 任" userId="bf69534e0d83a1ae" providerId="LiveId" clId="{16E96CA4-9853-5F41-B31C-69CDF084413F}" dt="2023-05-05T20:22:47.109" v="15917" actId="1035"/>
          <ac:spMkLst>
            <pc:docMk/>
            <pc:sldMk cId="2541731029" sldId="563"/>
            <ac:spMk id="67" creationId="{37AC265C-41F5-46E2-C4F8-E733E8C4A051}"/>
          </ac:spMkLst>
        </pc:spChg>
        <pc:spChg chg="add mod">
          <ac:chgData name="贵斌 任" userId="bf69534e0d83a1ae" providerId="LiveId" clId="{16E96CA4-9853-5F41-B31C-69CDF084413F}" dt="2023-05-05T20:23:13.784" v="15980" actId="1035"/>
          <ac:spMkLst>
            <pc:docMk/>
            <pc:sldMk cId="2541731029" sldId="563"/>
            <ac:spMk id="68" creationId="{24123904-1AC1-17B6-C2DA-3FF6432137B7}"/>
          </ac:spMkLst>
        </pc:spChg>
        <pc:spChg chg="add del mod">
          <ac:chgData name="贵斌 任" userId="bf69534e0d83a1ae" providerId="LiveId" clId="{16E96CA4-9853-5F41-B31C-69CDF084413F}" dt="2023-05-05T19:57:12.726" v="14881" actId="478"/>
          <ac:spMkLst>
            <pc:docMk/>
            <pc:sldMk cId="2541731029" sldId="563"/>
            <ac:spMk id="69" creationId="{189B3299-E5D6-F9D3-EDD7-C8BF1EE45810}"/>
          </ac:spMkLst>
        </pc:spChg>
        <pc:spChg chg="add del mod">
          <ac:chgData name="贵斌 任" userId="bf69534e0d83a1ae" providerId="LiveId" clId="{16E96CA4-9853-5F41-B31C-69CDF084413F}" dt="2023-05-05T20:03:19.706" v="15074" actId="478"/>
          <ac:spMkLst>
            <pc:docMk/>
            <pc:sldMk cId="2541731029" sldId="563"/>
            <ac:spMk id="70" creationId="{45B16EDF-94BF-17FD-7351-D9F9C6301A3C}"/>
          </ac:spMkLst>
        </pc:spChg>
        <pc:spChg chg="add del mod">
          <ac:chgData name="贵斌 任" userId="bf69534e0d83a1ae" providerId="LiveId" clId="{16E96CA4-9853-5F41-B31C-69CDF084413F}" dt="2023-05-05T19:57:37.499" v="14888" actId="478"/>
          <ac:spMkLst>
            <pc:docMk/>
            <pc:sldMk cId="2541731029" sldId="563"/>
            <ac:spMk id="71" creationId="{68DFB924-C86B-A8AC-E910-B6D1C7AD6C25}"/>
          </ac:spMkLst>
        </pc:spChg>
        <pc:spChg chg="add del mod">
          <ac:chgData name="贵斌 任" userId="bf69534e0d83a1ae" providerId="LiveId" clId="{16E96CA4-9853-5F41-B31C-69CDF084413F}" dt="2023-05-05T20:06:50.246" v="15081" actId="478"/>
          <ac:spMkLst>
            <pc:docMk/>
            <pc:sldMk cId="2541731029" sldId="563"/>
            <ac:spMk id="72" creationId="{EFDD2292-2AC6-80F5-7A20-B5EFE29D6CED}"/>
          </ac:spMkLst>
        </pc:spChg>
        <pc:spChg chg="add del mod">
          <ac:chgData name="贵斌 任" userId="bf69534e0d83a1ae" providerId="LiveId" clId="{16E96CA4-9853-5F41-B31C-69CDF084413F}" dt="2023-05-05T19:57:12.726" v="14881" actId="478"/>
          <ac:spMkLst>
            <pc:docMk/>
            <pc:sldMk cId="2541731029" sldId="563"/>
            <ac:spMk id="73" creationId="{CEE95323-D047-7CC1-D957-2E317CD8BB7A}"/>
          </ac:spMkLst>
        </pc:spChg>
        <pc:spChg chg="add del mod">
          <ac:chgData name="贵斌 任" userId="bf69534e0d83a1ae" providerId="LiveId" clId="{16E96CA4-9853-5F41-B31C-69CDF084413F}" dt="2023-05-05T19:57:35.914" v="14887" actId="478"/>
          <ac:spMkLst>
            <pc:docMk/>
            <pc:sldMk cId="2541731029" sldId="563"/>
            <ac:spMk id="74" creationId="{B08B891B-F7A7-F235-CD75-DE31915AE67F}"/>
          </ac:spMkLst>
        </pc:spChg>
        <pc:spChg chg="add mod">
          <ac:chgData name="贵斌 任" userId="bf69534e0d83a1ae" providerId="LiveId" clId="{16E96CA4-9853-5F41-B31C-69CDF084413F}" dt="2023-05-05T20:22:37.662" v="15896" actId="1035"/>
          <ac:spMkLst>
            <pc:docMk/>
            <pc:sldMk cId="2541731029" sldId="563"/>
            <ac:spMk id="77" creationId="{EED43E58-8A0D-9C5B-7A48-B522A4B5FAF8}"/>
          </ac:spMkLst>
        </pc:spChg>
        <pc:spChg chg="add del mod">
          <ac:chgData name="贵斌 任" userId="bf69534e0d83a1ae" providerId="LiveId" clId="{16E96CA4-9853-5F41-B31C-69CDF084413F}" dt="2023-05-05T20:08:21.411" v="15146"/>
          <ac:spMkLst>
            <pc:docMk/>
            <pc:sldMk cId="2541731029" sldId="563"/>
            <ac:spMk id="79" creationId="{0FD92368-A079-3A4C-65DC-3DCB78AAAA57}"/>
          </ac:spMkLst>
        </pc:spChg>
        <pc:spChg chg="add mod">
          <ac:chgData name="贵斌 任" userId="bf69534e0d83a1ae" providerId="LiveId" clId="{16E96CA4-9853-5F41-B31C-69CDF084413F}" dt="2023-05-05T20:23:03.346" v="15950" actId="1035"/>
          <ac:spMkLst>
            <pc:docMk/>
            <pc:sldMk cId="2541731029" sldId="563"/>
            <ac:spMk id="80" creationId="{168C8913-E91E-5D37-D456-1C54E9980D31}"/>
          </ac:spMkLst>
        </pc:spChg>
        <pc:spChg chg="add mod">
          <ac:chgData name="贵斌 任" userId="bf69534e0d83a1ae" providerId="LiveId" clId="{16E96CA4-9853-5F41-B31C-69CDF084413F}" dt="2023-05-05T20:23:13.784" v="15980" actId="1035"/>
          <ac:spMkLst>
            <pc:docMk/>
            <pc:sldMk cId="2541731029" sldId="563"/>
            <ac:spMk id="81" creationId="{17B42686-9D3A-E988-94D3-1857CEC0CE6A}"/>
          </ac:spMkLst>
        </pc:spChg>
        <pc:spChg chg="add mod">
          <ac:chgData name="贵斌 任" userId="bf69534e0d83a1ae" providerId="LiveId" clId="{16E96CA4-9853-5F41-B31C-69CDF084413F}" dt="2023-05-05T23:36:34.572" v="20408" actId="20577"/>
          <ac:spMkLst>
            <pc:docMk/>
            <pc:sldMk cId="2541731029" sldId="563"/>
            <ac:spMk id="89" creationId="{F0CA99EA-58AA-979A-0DCC-9DD60AFD43C9}"/>
          </ac:spMkLst>
        </pc:spChg>
        <pc:spChg chg="mod">
          <ac:chgData name="贵斌 任" userId="bf69534e0d83a1ae" providerId="LiveId" clId="{16E96CA4-9853-5F41-B31C-69CDF084413F}" dt="2023-05-05T20:22:11.479" v="15866" actId="404"/>
          <ac:spMkLst>
            <pc:docMk/>
            <pc:sldMk cId="2541731029" sldId="563"/>
            <ac:spMk id="91" creationId="{D6AE4898-B1A3-58CB-302D-70F9332AE237}"/>
          </ac:spMkLst>
        </pc:spChg>
        <pc:spChg chg="mod">
          <ac:chgData name="贵斌 任" userId="bf69534e0d83a1ae" providerId="LiveId" clId="{16E96CA4-9853-5F41-B31C-69CDF084413F}" dt="2023-05-05T20:22:11.479" v="15866" actId="404"/>
          <ac:spMkLst>
            <pc:docMk/>
            <pc:sldMk cId="2541731029" sldId="563"/>
            <ac:spMk id="92" creationId="{DED24D53-1203-B51C-2C95-A5F757648097}"/>
          </ac:spMkLst>
        </pc:spChg>
        <pc:spChg chg="mod">
          <ac:chgData name="贵斌 任" userId="bf69534e0d83a1ae" providerId="LiveId" clId="{16E96CA4-9853-5F41-B31C-69CDF084413F}" dt="2023-05-05T20:22:11.479" v="15866" actId="404"/>
          <ac:spMkLst>
            <pc:docMk/>
            <pc:sldMk cId="2541731029" sldId="563"/>
            <ac:spMk id="93" creationId="{FDBA37FB-67E2-739A-C87C-BE491D4CE97F}"/>
          </ac:spMkLst>
        </pc:spChg>
        <pc:spChg chg="mod">
          <ac:chgData name="贵斌 任" userId="bf69534e0d83a1ae" providerId="LiveId" clId="{16E96CA4-9853-5F41-B31C-69CDF084413F}" dt="2023-05-05T20:22:11.479" v="15866" actId="404"/>
          <ac:spMkLst>
            <pc:docMk/>
            <pc:sldMk cId="2541731029" sldId="563"/>
            <ac:spMk id="94" creationId="{17461221-4640-FEF4-3AB2-73ABA3F94262}"/>
          </ac:spMkLst>
        </pc:spChg>
        <pc:spChg chg="mod">
          <ac:chgData name="贵斌 任" userId="bf69534e0d83a1ae" providerId="LiveId" clId="{16E96CA4-9853-5F41-B31C-69CDF084413F}" dt="2023-05-05T20:24:05.767" v="16024" actId="404"/>
          <ac:spMkLst>
            <pc:docMk/>
            <pc:sldMk cId="2541731029" sldId="563"/>
            <ac:spMk id="102" creationId="{F5DB1C55-1844-18B1-2C73-0E158A21AFCD}"/>
          </ac:spMkLst>
        </pc:spChg>
        <pc:spChg chg="mod">
          <ac:chgData name="贵斌 任" userId="bf69534e0d83a1ae" providerId="LiveId" clId="{16E96CA4-9853-5F41-B31C-69CDF084413F}" dt="2023-05-05T20:24:15.228" v="16027" actId="403"/>
          <ac:spMkLst>
            <pc:docMk/>
            <pc:sldMk cId="2541731029" sldId="563"/>
            <ac:spMk id="103" creationId="{55E88EFA-7EB5-FD8C-5EFE-1D914095FEFF}"/>
          </ac:spMkLst>
        </pc:spChg>
        <pc:spChg chg="mod">
          <ac:chgData name="贵斌 任" userId="bf69534e0d83a1ae" providerId="LiveId" clId="{16E96CA4-9853-5F41-B31C-69CDF084413F}" dt="2023-05-05T20:23:57.819" v="16021" actId="403"/>
          <ac:spMkLst>
            <pc:docMk/>
            <pc:sldMk cId="2541731029" sldId="563"/>
            <ac:spMk id="104" creationId="{72F301CC-70EB-3624-A63A-5F3EEED44B7E}"/>
          </ac:spMkLst>
        </pc:spChg>
        <pc:spChg chg="mod">
          <ac:chgData name="贵斌 任" userId="bf69534e0d83a1ae" providerId="LiveId" clId="{16E96CA4-9853-5F41-B31C-69CDF084413F}" dt="2023-05-05T20:22:11.479" v="15866" actId="404"/>
          <ac:spMkLst>
            <pc:docMk/>
            <pc:sldMk cId="2541731029" sldId="563"/>
            <ac:spMk id="105" creationId="{B116E55B-F596-8783-0C98-253E58AAB2ED}"/>
          </ac:spMkLst>
        </pc:spChg>
        <pc:spChg chg="mod">
          <ac:chgData name="贵斌 任" userId="bf69534e0d83a1ae" providerId="LiveId" clId="{16E96CA4-9853-5F41-B31C-69CDF084413F}" dt="2023-05-05T20:24:08.829" v="16025" actId="403"/>
          <ac:spMkLst>
            <pc:docMk/>
            <pc:sldMk cId="2541731029" sldId="563"/>
            <ac:spMk id="106" creationId="{B517A8B7-C481-272D-51AF-2A1F9B6CB350}"/>
          </ac:spMkLst>
        </pc:spChg>
        <pc:spChg chg="mod">
          <ac:chgData name="贵斌 任" userId="bf69534e0d83a1ae" providerId="LiveId" clId="{16E96CA4-9853-5F41-B31C-69CDF084413F}" dt="2023-05-05T20:24:11.676" v="16026" actId="403"/>
          <ac:spMkLst>
            <pc:docMk/>
            <pc:sldMk cId="2541731029" sldId="563"/>
            <ac:spMk id="107" creationId="{C565429C-CFBD-7833-8B6B-D2187341BD0B}"/>
          </ac:spMkLst>
        </pc:spChg>
        <pc:spChg chg="mod">
          <ac:chgData name="贵斌 任" userId="bf69534e0d83a1ae" providerId="LiveId" clId="{16E96CA4-9853-5F41-B31C-69CDF084413F}" dt="2023-05-05T20:22:11.479" v="15866" actId="404"/>
          <ac:spMkLst>
            <pc:docMk/>
            <pc:sldMk cId="2541731029" sldId="563"/>
            <ac:spMk id="108" creationId="{56D45C33-1456-67E8-7DD7-CF746A7E1DCC}"/>
          </ac:spMkLst>
        </pc:spChg>
        <pc:spChg chg="mod">
          <ac:chgData name="贵斌 任" userId="bf69534e0d83a1ae" providerId="LiveId" clId="{16E96CA4-9853-5F41-B31C-69CDF084413F}" dt="2023-05-05T20:22:18.377" v="15869" actId="404"/>
          <ac:spMkLst>
            <pc:docMk/>
            <pc:sldMk cId="2541731029" sldId="563"/>
            <ac:spMk id="109" creationId="{8147FAD5-B729-E94C-2A23-78461C4B1B74}"/>
          </ac:spMkLst>
        </pc:spChg>
        <pc:spChg chg="add mod">
          <ac:chgData name="贵斌 任" userId="bf69534e0d83a1ae" providerId="LiveId" clId="{16E96CA4-9853-5F41-B31C-69CDF084413F}" dt="2023-05-05T20:25:42.046" v="16032" actId="948"/>
          <ac:spMkLst>
            <pc:docMk/>
            <pc:sldMk cId="2541731029" sldId="563"/>
            <ac:spMk id="110" creationId="{F911A78B-823E-FA3E-EF7B-6C4789D545F5}"/>
          </ac:spMkLst>
        </pc:spChg>
        <pc:spChg chg="add mod">
          <ac:chgData name="贵斌 任" userId="bf69534e0d83a1ae" providerId="LiveId" clId="{16E96CA4-9853-5F41-B31C-69CDF084413F}" dt="2023-05-05T20:25:51.414" v="16034" actId="12"/>
          <ac:spMkLst>
            <pc:docMk/>
            <pc:sldMk cId="2541731029" sldId="563"/>
            <ac:spMk id="111" creationId="{6A27381C-4E94-9D7A-AA5D-CE7C6B3531FE}"/>
          </ac:spMkLst>
        </pc:spChg>
        <pc:spChg chg="add mod">
          <ac:chgData name="贵斌 任" userId="bf69534e0d83a1ae" providerId="LiveId" clId="{16E96CA4-9853-5F41-B31C-69CDF084413F}" dt="2023-05-05T20:29:02.153" v="16200" actId="20577"/>
          <ac:spMkLst>
            <pc:docMk/>
            <pc:sldMk cId="2541731029" sldId="563"/>
            <ac:spMk id="112" creationId="{90E2B4D4-BAF0-4539-CEC8-727626F6A3FE}"/>
          </ac:spMkLst>
        </pc:spChg>
        <pc:spChg chg="add mod">
          <ac:chgData name="贵斌 任" userId="bf69534e0d83a1ae" providerId="LiveId" clId="{16E96CA4-9853-5F41-B31C-69CDF084413F}" dt="2023-05-05T20:40:44.988" v="16874" actId="207"/>
          <ac:spMkLst>
            <pc:docMk/>
            <pc:sldMk cId="2541731029" sldId="563"/>
            <ac:spMk id="113" creationId="{6BA0B708-8685-2EEB-49A3-1F7905530345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5" creationId="{F8415FBE-A711-4FEC-DA70-D4E30493FED1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6" creationId="{CEA30EA7-759B-DE8A-5C7E-51BDCBB4DBE8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7" creationId="{552EC100-C3B3-BCE4-4779-7646012B1D9F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8" creationId="{91F5DEB7-6AB0-EC58-B72C-B37B6E259F11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26" creationId="{52B4048F-62D2-D18F-E414-735B992A5443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27" creationId="{E433FE87-CF6B-70CA-C6DA-1C691493E306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264" creationId="{75A70495-128A-560E-9CAA-8FB8BD8DE8A9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265" creationId="{19347CCE-760C-325A-A61D-7CAC1EBF5F87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267" creationId="{BF43A896-1A4E-F924-EA5C-0CFB214D38CA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268" creationId="{449CDD4C-513C-3F1F-545C-E9F5DBBF187D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269" creationId="{16312409-52E7-7034-63E3-02CC92751C0B}"/>
          </ac:spMkLst>
        </pc:spChg>
        <pc:spChg chg="mod">
          <ac:chgData name="贵斌 任" userId="bf69534e0d83a1ae" providerId="LiveId" clId="{16E96CA4-9853-5F41-B31C-69CDF084413F}" dt="2023-05-05T20:25:19.817" v="16029"/>
          <ac:spMkLst>
            <pc:docMk/>
            <pc:sldMk cId="2541731029" sldId="563"/>
            <ac:spMk id="11270" creationId="{BA4CF404-46DF-27FA-ED01-F0DE48C49A69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75" creationId="{8AE79A37-EA94-8E7D-ECCA-A96E6A32E2CD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76" creationId="{3E1BED5F-D62E-3B45-8B7E-4D33EEBD7F18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77" creationId="{769ED9BC-7089-D821-B046-FA0726B88F39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78" creationId="{B8BECE02-110D-6EE7-5D8E-80B801D46875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79" creationId="{A047C134-F78B-4F8B-89DE-146B64D420FF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0" creationId="{B74336FC-98D1-35DD-BF0A-E969D14DEBD5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1" creationId="{9C015FB7-4F18-29FB-F6EB-BD9C87047AE6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2" creationId="{E6335FBF-A538-BF48-78D5-F62885324D5B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3" creationId="{FF05CC8C-FBEE-3103-1504-15D4CCD0BD01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5" creationId="{A4FCC93F-5F3E-8AFA-9055-634E448D6614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6" creationId="{BF1A76F1-7E85-C3A9-33BF-88783D37DD2A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7" creationId="{C922E61A-2D68-C017-3FF1-50698331328F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8" creationId="{7A4DB092-4C36-45E6-2997-BB2ABF1B0BE5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89" creationId="{90213870-C9F9-0069-2368-39F1270645C8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90" creationId="{EACC47B4-694F-CB53-DDB8-E0F0379C4480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91" creationId="{89DE2E6D-B778-B2F9-1B0A-E614F6207B9F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299" creationId="{6CA9E2C4-DCD5-AE00-F4D3-AAE7777C0541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0" creationId="{26C67BD8-B89B-294B-2F74-9142CA6DE5B8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1" creationId="{31E89DEE-96BE-B526-A1B6-69743C1D8116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2" creationId="{C6D0A76B-0B9B-20A5-D6D4-9E51B4C103CD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3" creationId="{2483547E-A077-ACDD-97B5-801AF93064D2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4" creationId="{CDD0EC4C-9A35-90B4-ABBA-3668189AF975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5" creationId="{25B0E844-F2E0-BC26-B7AC-825F93A3F516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6" creationId="{74C08360-DDB5-5E10-CC2C-EE3DC83E5185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7" creationId="{D577D489-EF7B-2360-B9FB-755E33D25DDC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8" creationId="{6A957271-9A3E-4A9D-72F4-FF201E89ABD9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09" creationId="{8453E583-D128-65CF-1F4C-103F4487D447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0" creationId="{97BAEF00-C955-C6CC-6609-D81697D28A02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1" creationId="{F5CF953E-C815-7499-7CC6-1C6B3886DD6D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2" creationId="{73C342E6-4986-A5D1-ABD7-68C7048BB189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3" creationId="{79CE9BE8-0E87-066B-132C-AD92C1EF47E8}"/>
          </ac:spMkLst>
        </pc:spChg>
        <pc:spChg chg="mod">
          <ac:chgData name="贵斌 任" userId="bf69534e0d83a1ae" providerId="LiveId" clId="{16E96CA4-9853-5F41-B31C-69CDF084413F}" dt="2023-05-05T20:34:24.100" v="16418" actId="20577"/>
          <ac:spMkLst>
            <pc:docMk/>
            <pc:sldMk cId="2541731029" sldId="563"/>
            <ac:spMk id="11314" creationId="{280D02E3-872C-89DB-6402-05CCA1850DF1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5" creationId="{054449F1-50D2-1C6F-9E68-2CD08341BB1C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6" creationId="{4E4106EA-56F8-9319-2281-56F1107CEEB5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7" creationId="{0FCB77E4-549C-DD07-4949-EE3D2D85A811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8" creationId="{A560E405-3903-F219-7E19-C5FD93A9DE8F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19" creationId="{097A58EC-BF3B-2621-42C6-59CCABBAF278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0" creationId="{F6928B52-1E5D-250D-1A1D-0A342AFA61F1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1" creationId="{03FE42D0-B6B9-A112-CA1D-6FD40875AFB0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2" creationId="{D0272094-87E7-2AE9-C830-D63FC501D902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3" creationId="{E85C8B23-B2A2-977E-7BD7-AEFE3FA47C80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4" creationId="{52176202-41A9-60B5-642C-2EE7A2E04A99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5" creationId="{7AD558EF-33BC-6986-2D91-060AB984A181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6" creationId="{C4B531FC-3782-85A1-7A63-0F660AA4BDC4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7" creationId="{76BA6279-AC69-C15A-0AE3-6C933593EAEE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8" creationId="{684BACAB-AB7C-37FB-C377-FDE8CB6D8C2A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29" creationId="{D2A8AB58-069C-BAD3-5475-4613553432AA}"/>
          </ac:spMkLst>
        </pc:spChg>
        <pc:spChg chg="mod">
          <ac:chgData name="贵斌 任" userId="bf69534e0d83a1ae" providerId="LiveId" clId="{16E96CA4-9853-5F41-B31C-69CDF084413F}" dt="2023-05-05T20:34:23.127" v="16413" actId="20577"/>
          <ac:spMkLst>
            <pc:docMk/>
            <pc:sldMk cId="2541731029" sldId="563"/>
            <ac:spMk id="11330" creationId="{06FBE2C1-AE96-3127-5AD2-19BDF7686569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1" creationId="{E26476DF-EDF3-A0FA-EA9B-74DA2B1BB930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2" creationId="{4416DD5A-FCEF-8B55-DB53-CD06BA9B68BA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3" creationId="{56FFEF0B-7DA5-CD0B-6968-800BE4009BE2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4" creationId="{6B56F736-134C-AD96-4335-1B1C7F7FFEA1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5" creationId="{89FA6783-E7EB-AF07-56C0-5B3EB6495403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6" creationId="{D8F044E9-E9A1-492D-1C6E-1B3891162373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7" creationId="{E78B5508-D761-7B05-5ACA-FC3C8BC0C03E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8" creationId="{3E74C684-19A6-B69E-15D7-29FE54BF310B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39" creationId="{71B1C35B-8C99-AC77-EA6F-0978E4F581C8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40" creationId="{B4DF44F9-7FD2-63F6-789D-60B0EFECEE30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41" creationId="{8C46BD0C-F08D-1182-38DB-09B425B91848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42" creationId="{88F852A5-3638-381B-D349-76F424370E3D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43" creationId="{734AB2FB-7A1F-9F82-F886-D12B21752B67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44" creationId="{95890E61-0CC9-22D7-14A6-447A07BB1F72}"/>
          </ac:spMkLst>
        </pc:spChg>
        <pc:spChg chg="mod">
          <ac:chgData name="贵斌 任" userId="bf69534e0d83a1ae" providerId="LiveId" clId="{16E96CA4-9853-5F41-B31C-69CDF084413F}" dt="2023-05-05T20:32:41.544" v="16302"/>
          <ac:spMkLst>
            <pc:docMk/>
            <pc:sldMk cId="2541731029" sldId="563"/>
            <ac:spMk id="11345" creationId="{19C4018F-8779-DA13-A614-1EC222609392}"/>
          </ac:spMkLst>
        </pc:spChg>
        <pc:spChg chg="mod">
          <ac:chgData name="贵斌 任" userId="bf69534e0d83a1ae" providerId="LiveId" clId="{16E96CA4-9853-5F41-B31C-69CDF084413F}" dt="2023-05-05T20:34:22.260" v="16409" actId="20577"/>
          <ac:spMkLst>
            <pc:docMk/>
            <pc:sldMk cId="2541731029" sldId="563"/>
            <ac:spMk id="11346" creationId="{05F19DC0-F0EC-0BF6-DB8D-ED52EA6D34E8}"/>
          </ac:spMkLst>
        </pc:spChg>
        <pc:spChg chg="add del mod">
          <ac:chgData name="贵斌 任" userId="bf69534e0d83a1ae" providerId="LiveId" clId="{16E96CA4-9853-5F41-B31C-69CDF084413F}" dt="2023-05-05T20:34:19.840" v="16404" actId="767"/>
          <ac:spMkLst>
            <pc:docMk/>
            <pc:sldMk cId="2541731029" sldId="563"/>
            <ac:spMk id="11347" creationId="{C8C8DC62-87A4-B4E5-2228-04C8CB28F3B6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52" creationId="{A4615FC7-6230-21B6-9C6D-81FE3757C804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53" creationId="{78D54252-A61A-4BC5-6265-43ECB5C022E1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54" creationId="{DC9E04FF-843B-139D-04C5-B62C6DB85950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55" creationId="{7B8031A6-3E21-1966-C495-87378508823F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56" creationId="{0A9F72B2-6BD5-C547-47D1-A46299D804C0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57" creationId="{1B95CEA4-007F-9B39-E3A4-5A44F0631E6F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58" creationId="{05CA2B20-0B27-9F0A-C49C-20EBE3E82D8F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59" creationId="{FE473C6D-1466-3BD8-001F-39F14464661E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60" creationId="{8E1C2C04-1D7E-B6CC-539A-30BB408FC6DB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62" creationId="{5BEB2158-7740-7699-0A64-83A9F48F2858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63" creationId="{72A5985F-0BF4-047A-1093-E21E7B2EF684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64" creationId="{C418938E-D8D1-C3DC-B448-C30DB539D053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65" creationId="{F789717D-2B3E-6BE4-AEC3-25DAB2C3D9E9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66" creationId="{A3CED86C-2CD3-0283-7F62-A010378094B5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67" creationId="{9A358B05-BFD2-C242-9011-672F38749617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68" creationId="{502DA818-3287-0427-EE4A-381725D78EA5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76" creationId="{CE9C4049-2529-54C3-748E-D540BB3F5D6B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77" creationId="{AAA72595-72F6-CC13-9DED-CBA454A1863A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78" creationId="{B0F61823-78B5-661F-E10E-E82AE7AC40EC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79" creationId="{9E6CEA16-B706-DF24-23DE-65BD4948FD03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0" creationId="{F343C394-560C-6F53-F6A1-4F0D4540205D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1" creationId="{2C247619-0599-F96D-B49F-7647AC40F4D6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2" creationId="{69F4EA5C-172E-5B7E-1F4E-6170F31E3EE3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3" creationId="{6B25F937-6BC3-CF19-CED5-DD7EC4123295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4" creationId="{54A91BC1-462B-2826-71F4-6AF34ADE6808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5" creationId="{371461D8-B879-C932-7909-EFF5E4D979CC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6" creationId="{D238C84C-FF2F-7C0C-0849-B80FC92815BB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7" creationId="{0AC35817-0B66-5C45-13C8-B33DE991DE7C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8" creationId="{7613077F-D616-F989-A7B8-F616606D52AE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89" creationId="{82845DDB-8F03-6636-022E-DB6FD280FE0A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0" creationId="{BE945269-D318-1205-3BBA-79CC401B3357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1" creationId="{BE788420-F9E7-07BE-FC9F-E62FD1399BA8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2" creationId="{36E68939-FDDC-8F7E-6972-C866F94B70B8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3" creationId="{D503D93B-FE6B-1BAC-93E2-1DF6EDBA7D3A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4" creationId="{698FE465-3AA3-C4B6-D8E9-D886877230B1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5" creationId="{825C2D5E-2555-7297-B4EB-9A4EBAB84A56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6" creationId="{41821E1E-4221-9317-BF66-625E4C9EB7AE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7" creationId="{D563A8D0-CC46-D1D3-00AD-EF0546C9E470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8" creationId="{CF8425EF-C1AF-C4D0-5F78-3DA8FC6C754C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399" creationId="{7599A0B6-A898-9F10-300B-14CADF07B2BB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0" creationId="{D5DC3E47-6CDB-E516-6412-440CF8A5E0DC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1" creationId="{B2C22C9E-32A6-EE39-78C8-6ACBE26FB870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2" creationId="{A27809D8-C205-2DF9-1BD9-CA0ADBC1C912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3" creationId="{FBCC3C07-C7F1-066B-0074-B29F57EFAD47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4" creationId="{9B96F9BA-DA90-DAEC-BEDA-54C73D93C3D2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5" creationId="{414F16D4-70DB-90C5-E68F-DF6500C27D95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6" creationId="{BB967427-1703-8BC9-1607-ED015D44D49D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7" creationId="{737CA589-E600-DA99-E795-2A0E9E31DD33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8" creationId="{012DE372-E862-B85E-138F-666AA11CC8C8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09" creationId="{E6A2480D-A425-27E1-3CFE-01047C63558E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0" creationId="{8AAE1200-2ADA-F58D-E878-7F943500EADE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1" creationId="{BAA8EB25-3F63-25AA-432F-273B58431F61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2" creationId="{584EE2F1-EAD2-2F64-75A7-1663F76A634A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3" creationId="{64964E47-DECB-A2A8-56CB-6033A8935AA7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4" creationId="{7B98F396-5BBB-B863-67C0-8018DBCDFAC8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5" creationId="{FBF96C94-2DA2-5AC4-0B1D-30F4547CB139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6" creationId="{99315F91-0A50-0908-5E35-7BC71F6D3903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7" creationId="{7D286385-5C07-DD83-5F89-8F686F7FC994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8" creationId="{FD0439A3-D426-2446-20F2-6BBA5EC3DE69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19" creationId="{569740E8-5DDE-E25C-F957-05F9D9CFFA30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20" creationId="{46E0F558-5801-DFF6-3340-BA216BEB9D5C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21" creationId="{86CD8007-B45B-77A9-52E0-AF5D3F007002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22" creationId="{015613E1-B118-C829-F5FC-591DB27E6194}"/>
          </ac:spMkLst>
        </pc:spChg>
        <pc:spChg chg="mod">
          <ac:chgData name="贵斌 任" userId="bf69534e0d83a1ae" providerId="LiveId" clId="{16E96CA4-9853-5F41-B31C-69CDF084413F}" dt="2023-05-05T20:40:08.436" v="16869"/>
          <ac:spMkLst>
            <pc:docMk/>
            <pc:sldMk cId="2541731029" sldId="563"/>
            <ac:spMk id="11423" creationId="{BEBEDB74-45BD-EAF0-32DF-3E02CDA1F327}"/>
          </ac:spMkLst>
        </pc:spChg>
        <pc:grpChg chg="add del mod">
          <ac:chgData name="贵斌 任" userId="bf69534e0d83a1ae" providerId="LiveId" clId="{16E96CA4-9853-5F41-B31C-69CDF084413F}" dt="2023-05-05T19:57:12.726" v="14881" actId="478"/>
          <ac:grpSpMkLst>
            <pc:docMk/>
            <pc:sldMk cId="2541731029" sldId="563"/>
            <ac:grpSpMk id="2" creationId="{0437C585-5AA3-59DE-6AF1-FC2AA16CF05E}"/>
          </ac:grpSpMkLst>
        </pc:grpChg>
        <pc:grpChg chg="mod">
          <ac:chgData name="贵斌 任" userId="bf69534e0d83a1ae" providerId="LiveId" clId="{16E96CA4-9853-5F41-B31C-69CDF084413F}" dt="2023-05-05T19:56:47.624" v="14874"/>
          <ac:grpSpMkLst>
            <pc:docMk/>
            <pc:sldMk cId="2541731029" sldId="563"/>
            <ac:grpSpMk id="4" creationId="{3F0DFFFC-2CC5-C0BC-54F2-695D39C85D4E}"/>
          </ac:grpSpMkLst>
        </pc:grpChg>
        <pc:grpChg chg="add del mod">
          <ac:chgData name="贵斌 任" userId="bf69534e0d83a1ae" providerId="LiveId" clId="{16E96CA4-9853-5F41-B31C-69CDF084413F}" dt="2023-05-05T20:03:10.266" v="15071" actId="478"/>
          <ac:grpSpMkLst>
            <pc:docMk/>
            <pc:sldMk cId="2541731029" sldId="563"/>
            <ac:grpSpMk id="8" creationId="{328B5747-2EB8-6D2A-E35A-268F9E1ACF87}"/>
          </ac:grpSpMkLst>
        </pc:grpChg>
        <pc:grpChg chg="mod">
          <ac:chgData name="贵斌 任" userId="bf69534e0d83a1ae" providerId="LiveId" clId="{16E96CA4-9853-5F41-B31C-69CDF084413F}" dt="2023-05-05T20:02:56.838" v="15069" actId="207"/>
          <ac:grpSpMkLst>
            <pc:docMk/>
            <pc:sldMk cId="2541731029" sldId="563"/>
            <ac:grpSpMk id="11" creationId="{CB6AACF6-A84E-5C2A-BC9F-0CD05E9FB8E7}"/>
          </ac:grpSpMkLst>
        </pc:grpChg>
        <pc:grpChg chg="add del mod">
          <ac:chgData name="贵斌 任" userId="bf69534e0d83a1ae" providerId="LiveId" clId="{16E96CA4-9853-5F41-B31C-69CDF084413F}" dt="2023-05-05T19:59:23.677" v="14998" actId="165"/>
          <ac:grpSpMkLst>
            <pc:docMk/>
            <pc:sldMk cId="2541731029" sldId="563"/>
            <ac:grpSpMk id="15" creationId="{884D6985-AE56-2C1E-2E70-DBD0BA4FDAEE}"/>
          </ac:grpSpMkLst>
        </pc:grpChg>
        <pc:grpChg chg="del mod topLvl">
          <ac:chgData name="贵斌 任" userId="bf69534e0d83a1ae" providerId="LiveId" clId="{16E96CA4-9853-5F41-B31C-69CDF084413F}" dt="2023-05-05T20:00:21.101" v="15015" actId="478"/>
          <ac:grpSpMkLst>
            <pc:docMk/>
            <pc:sldMk cId="2541731029" sldId="563"/>
            <ac:grpSpMk id="16" creationId="{2B27CE96-2643-E2B8-3547-898C09EAC222}"/>
          </ac:grpSpMkLst>
        </pc:grpChg>
        <pc:grpChg chg="add del mod">
          <ac:chgData name="贵斌 任" userId="bf69534e0d83a1ae" providerId="LiveId" clId="{16E96CA4-9853-5F41-B31C-69CDF084413F}" dt="2023-05-05T19:57:42.439" v="14890" actId="478"/>
          <ac:grpSpMkLst>
            <pc:docMk/>
            <pc:sldMk cId="2541731029" sldId="563"/>
            <ac:grpSpMk id="21" creationId="{05157DE4-455A-1681-6DD7-5D37E3DB382E}"/>
          </ac:grpSpMkLst>
        </pc:grpChg>
        <pc:grpChg chg="mod">
          <ac:chgData name="贵斌 任" userId="bf69534e0d83a1ae" providerId="LiveId" clId="{16E96CA4-9853-5F41-B31C-69CDF084413F}" dt="2023-05-05T19:56:47.624" v="14874"/>
          <ac:grpSpMkLst>
            <pc:docMk/>
            <pc:sldMk cId="2541731029" sldId="563"/>
            <ac:grpSpMk id="22" creationId="{A7519CF8-14D0-4A75-BE02-C87DA124B0DA}"/>
          </ac:grpSpMkLst>
        </pc:grpChg>
        <pc:grpChg chg="add del mod">
          <ac:chgData name="贵斌 任" userId="bf69534e0d83a1ae" providerId="LiveId" clId="{16E96CA4-9853-5F41-B31C-69CDF084413F}" dt="2023-05-05T19:57:12.726" v="14881" actId="478"/>
          <ac:grpSpMkLst>
            <pc:docMk/>
            <pc:sldMk cId="2541731029" sldId="563"/>
            <ac:grpSpMk id="28" creationId="{EDAD55E0-DC55-6BFA-A613-242F6560685D}"/>
          </ac:grpSpMkLst>
        </pc:grpChg>
        <pc:grpChg chg="mod">
          <ac:chgData name="贵斌 任" userId="bf69534e0d83a1ae" providerId="LiveId" clId="{16E96CA4-9853-5F41-B31C-69CDF084413F}" dt="2023-05-05T19:56:47.624" v="14874"/>
          <ac:grpSpMkLst>
            <pc:docMk/>
            <pc:sldMk cId="2541731029" sldId="563"/>
            <ac:grpSpMk id="29" creationId="{FB3D43DE-CF93-AC29-A955-AA711F52EDF5}"/>
          </ac:grpSpMkLst>
        </pc:grpChg>
        <pc:grpChg chg="add del mod">
          <ac:chgData name="贵斌 任" userId="bf69534e0d83a1ae" providerId="LiveId" clId="{16E96CA4-9853-5F41-B31C-69CDF084413F}" dt="2023-05-05T19:56:51.745" v="14875" actId="478"/>
          <ac:grpSpMkLst>
            <pc:docMk/>
            <pc:sldMk cId="2541731029" sldId="563"/>
            <ac:grpSpMk id="48" creationId="{37EABA5F-CF1E-0DAD-4290-C4D1BD01B290}"/>
          </ac:grpSpMkLst>
        </pc:grpChg>
        <pc:grpChg chg="add del mod">
          <ac:chgData name="贵斌 任" userId="bf69534e0d83a1ae" providerId="LiveId" clId="{16E96CA4-9853-5F41-B31C-69CDF084413F}" dt="2023-05-05T19:56:51.745" v="14875" actId="478"/>
          <ac:grpSpMkLst>
            <pc:docMk/>
            <pc:sldMk cId="2541731029" sldId="563"/>
            <ac:grpSpMk id="53" creationId="{88F05660-989B-AB5D-1A0F-82E452DE316E}"/>
          </ac:grpSpMkLst>
        </pc:grpChg>
        <pc:grpChg chg="add mod">
          <ac:chgData name="贵斌 任" userId="bf69534e0d83a1ae" providerId="LiveId" clId="{16E96CA4-9853-5F41-B31C-69CDF084413F}" dt="2023-05-05T20:23:53.919" v="16019" actId="14100"/>
          <ac:grpSpMkLst>
            <pc:docMk/>
            <pc:sldMk cId="2541731029" sldId="563"/>
            <ac:grpSpMk id="90" creationId="{5A6A2090-CC5F-B185-0F85-8E403A046B99}"/>
          </ac:grpSpMkLst>
        </pc:grpChg>
        <pc:grpChg chg="mod">
          <ac:chgData name="贵斌 任" userId="bf69534e0d83a1ae" providerId="LiveId" clId="{16E96CA4-9853-5F41-B31C-69CDF084413F}" dt="2023-05-05T20:21:51.068" v="15857"/>
          <ac:grpSpMkLst>
            <pc:docMk/>
            <pc:sldMk cId="2541731029" sldId="563"/>
            <ac:grpSpMk id="101" creationId="{B4DCC577-1B17-DF02-9CD4-3B01BA2F947B}"/>
          </ac:grpSpMkLst>
        </pc:grpChg>
        <pc:grpChg chg="add del mod">
          <ac:chgData name="贵斌 任" userId="bf69534e0d83a1ae" providerId="LiveId" clId="{16E96CA4-9853-5F41-B31C-69CDF084413F}" dt="2023-05-05T20:29:09.852" v="16201" actId="478"/>
          <ac:grpSpMkLst>
            <pc:docMk/>
            <pc:sldMk cId="2541731029" sldId="563"/>
            <ac:grpSpMk id="114" creationId="{B764CEC3-6335-D592-21D2-89FF71BB40A6}"/>
          </ac:grpSpMkLst>
        </pc:grpChg>
        <pc:grpChg chg="mod">
          <ac:chgData name="贵斌 任" userId="bf69534e0d83a1ae" providerId="LiveId" clId="{16E96CA4-9853-5F41-B31C-69CDF084413F}" dt="2023-05-05T20:25:19.817" v="16029"/>
          <ac:grpSpMkLst>
            <pc:docMk/>
            <pc:sldMk cId="2541731029" sldId="563"/>
            <ac:grpSpMk id="125" creationId="{15DE1BC5-1FDE-EC86-BEF9-2B8028DE7A2F}"/>
          </ac:grpSpMkLst>
        </pc:grpChg>
        <pc:grpChg chg="add del mod">
          <ac:chgData name="贵斌 任" userId="bf69534e0d83a1ae" providerId="LiveId" clId="{16E96CA4-9853-5F41-B31C-69CDF084413F}" dt="2023-05-05T20:34:24.493" v="16420"/>
          <ac:grpSpMkLst>
            <pc:docMk/>
            <pc:sldMk cId="2541731029" sldId="563"/>
            <ac:grpSpMk id="11271" creationId="{0F13C6BF-1BB7-98BF-273B-7F993E2D3F1D}"/>
          </ac:grpSpMkLst>
        </pc:grpChg>
        <pc:grpChg chg="mod">
          <ac:chgData name="贵斌 任" userId="bf69534e0d83a1ae" providerId="LiveId" clId="{16E96CA4-9853-5F41-B31C-69CDF084413F}" dt="2023-05-05T20:32:41.544" v="16302"/>
          <ac:grpSpMkLst>
            <pc:docMk/>
            <pc:sldMk cId="2541731029" sldId="563"/>
            <ac:grpSpMk id="11272" creationId="{B631A874-E350-4466-FE26-4FBB23A793DF}"/>
          </ac:grpSpMkLst>
        </pc:grpChg>
        <pc:grpChg chg="mod">
          <ac:chgData name="贵斌 任" userId="bf69534e0d83a1ae" providerId="LiveId" clId="{16E96CA4-9853-5F41-B31C-69CDF084413F}" dt="2023-05-05T20:32:41.544" v="16302"/>
          <ac:grpSpMkLst>
            <pc:docMk/>
            <pc:sldMk cId="2541731029" sldId="563"/>
            <ac:grpSpMk id="11273" creationId="{1C8E4530-0825-FBAF-270E-E3E947D2F003}"/>
          </ac:grpSpMkLst>
        </pc:grpChg>
        <pc:grpChg chg="mod">
          <ac:chgData name="贵斌 任" userId="bf69534e0d83a1ae" providerId="LiveId" clId="{16E96CA4-9853-5F41-B31C-69CDF084413F}" dt="2023-05-05T20:32:41.544" v="16302"/>
          <ac:grpSpMkLst>
            <pc:docMk/>
            <pc:sldMk cId="2541731029" sldId="563"/>
            <ac:grpSpMk id="11284" creationId="{93BB6832-AFA9-A6D6-7024-C36D3AEA7702}"/>
          </ac:grpSpMkLst>
        </pc:grpChg>
        <pc:grpChg chg="add mod">
          <ac:chgData name="贵斌 任" userId="bf69534e0d83a1ae" providerId="LiveId" clId="{16E96CA4-9853-5F41-B31C-69CDF084413F}" dt="2023-05-05T20:40:20.262" v="16873" actId="14100"/>
          <ac:grpSpMkLst>
            <pc:docMk/>
            <pc:sldMk cId="2541731029" sldId="563"/>
            <ac:grpSpMk id="11348" creationId="{D8A5B027-A2B5-B61B-CBC6-88B99F9BAE5E}"/>
          </ac:grpSpMkLst>
        </pc:grpChg>
        <pc:grpChg chg="mod">
          <ac:chgData name="贵斌 任" userId="bf69534e0d83a1ae" providerId="LiveId" clId="{16E96CA4-9853-5F41-B31C-69CDF084413F}" dt="2023-05-05T20:40:08.436" v="16869"/>
          <ac:grpSpMkLst>
            <pc:docMk/>
            <pc:sldMk cId="2541731029" sldId="563"/>
            <ac:grpSpMk id="11349" creationId="{01650378-E903-EA1D-3835-63F847458EC9}"/>
          </ac:grpSpMkLst>
        </pc:grpChg>
        <pc:grpChg chg="mod">
          <ac:chgData name="贵斌 任" userId="bf69534e0d83a1ae" providerId="LiveId" clId="{16E96CA4-9853-5F41-B31C-69CDF084413F}" dt="2023-05-05T20:40:08.436" v="16869"/>
          <ac:grpSpMkLst>
            <pc:docMk/>
            <pc:sldMk cId="2541731029" sldId="563"/>
            <ac:grpSpMk id="11350" creationId="{1C729396-1D11-9CF8-E297-73DEF5320F16}"/>
          </ac:grpSpMkLst>
        </pc:grpChg>
        <pc:grpChg chg="mod">
          <ac:chgData name="贵斌 任" userId="bf69534e0d83a1ae" providerId="LiveId" clId="{16E96CA4-9853-5F41-B31C-69CDF084413F}" dt="2023-05-05T20:40:08.436" v="16869"/>
          <ac:grpSpMkLst>
            <pc:docMk/>
            <pc:sldMk cId="2541731029" sldId="563"/>
            <ac:grpSpMk id="11361" creationId="{7F2BA52B-6688-4617-4A5B-2B7A61EF57CB}"/>
          </ac:grpSpMkLst>
        </pc:grpChg>
        <pc:picChg chg="del">
          <ac:chgData name="贵斌 任" userId="bf69534e0d83a1ae" providerId="LiveId" clId="{16E96CA4-9853-5F41-B31C-69CDF084413F}" dt="2023-05-05T19:56:20.942" v="14871" actId="478"/>
          <ac:picMkLst>
            <pc:docMk/>
            <pc:sldMk cId="2541731029" sldId="563"/>
            <ac:picMk id="9" creationId="{00000000-0000-0000-0000-000000000000}"/>
          </ac:picMkLst>
        </pc:picChg>
        <pc:picChg chg="add mod">
          <ac:chgData name="贵斌 任" userId="bf69534e0d83a1ae" providerId="LiveId" clId="{16E96CA4-9853-5F41-B31C-69CDF084413F}" dt="2023-05-05T20:22:37.662" v="15896" actId="1035"/>
          <ac:picMkLst>
            <pc:docMk/>
            <pc:sldMk cId="2541731029" sldId="563"/>
            <ac:picMk id="76" creationId="{C9A347B2-664B-85B6-613B-01806F2AF410}"/>
          </ac:picMkLst>
        </pc:picChg>
        <pc:picChg chg="add mod">
          <ac:chgData name="贵斌 任" userId="bf69534e0d83a1ae" providerId="LiveId" clId="{16E96CA4-9853-5F41-B31C-69CDF084413F}" dt="2023-05-05T20:22:37.662" v="15896" actId="1035"/>
          <ac:picMkLst>
            <pc:docMk/>
            <pc:sldMk cId="2541731029" sldId="563"/>
            <ac:picMk id="11266" creationId="{EA3ED2E5-5D2B-7EEA-888C-573CFDB713D8}"/>
          </ac:picMkLst>
        </pc:picChg>
        <pc:picChg chg="mod">
          <ac:chgData name="贵斌 任" userId="bf69534e0d83a1ae" providerId="LiveId" clId="{16E96CA4-9853-5F41-B31C-69CDF084413F}" dt="2023-05-05T20:32:41.544" v="16302"/>
          <ac:picMkLst>
            <pc:docMk/>
            <pc:sldMk cId="2541731029" sldId="563"/>
            <ac:picMk id="11274" creationId="{0B73B48A-5344-1257-9246-108E9B2E7784}"/>
          </ac:picMkLst>
        </pc:picChg>
        <pc:picChg chg="mod">
          <ac:chgData name="贵斌 任" userId="bf69534e0d83a1ae" providerId="LiveId" clId="{16E96CA4-9853-5F41-B31C-69CDF084413F}" dt="2023-05-05T20:40:08.436" v="16869"/>
          <ac:picMkLst>
            <pc:docMk/>
            <pc:sldMk cId="2541731029" sldId="563"/>
            <ac:picMk id="11351" creationId="{F259C725-62BD-2F6C-E7AF-D654100861A3}"/>
          </ac:picMkLst>
        </pc:picChg>
        <pc:cxnChg chg="add mod">
          <ac:chgData name="贵斌 任" userId="bf69534e0d83a1ae" providerId="LiveId" clId="{16E96CA4-9853-5F41-B31C-69CDF084413F}" dt="2023-05-05T20:22:37.662" v="15896" actId="1035"/>
          <ac:cxnSpMkLst>
            <pc:docMk/>
            <pc:sldMk cId="2541731029" sldId="563"/>
            <ac:cxnSpMk id="35" creationId="{8FFACD97-1399-F301-C890-D33B99192F6B}"/>
          </ac:cxnSpMkLst>
        </pc:cxnChg>
        <pc:cxnChg chg="add del mod">
          <ac:chgData name="贵斌 任" userId="bf69534e0d83a1ae" providerId="LiveId" clId="{16E96CA4-9853-5F41-B31C-69CDF084413F}" dt="2023-05-05T19:57:12.726" v="14881" actId="478"/>
          <ac:cxnSpMkLst>
            <pc:docMk/>
            <pc:sldMk cId="2541731029" sldId="563"/>
            <ac:cxnSpMk id="36" creationId="{25E855A1-CD4F-5E66-203C-94D310AC7BC9}"/>
          </ac:cxnSpMkLst>
        </pc:cxnChg>
        <pc:cxnChg chg="add mod">
          <ac:chgData name="贵斌 任" userId="bf69534e0d83a1ae" providerId="LiveId" clId="{16E96CA4-9853-5F41-B31C-69CDF084413F}" dt="2023-05-05T20:23:03.346" v="15950" actId="1035"/>
          <ac:cxnSpMkLst>
            <pc:docMk/>
            <pc:sldMk cId="2541731029" sldId="563"/>
            <ac:cxnSpMk id="39" creationId="{7BAE14AE-4B76-0577-43B0-5D01196AE7F8}"/>
          </ac:cxnSpMkLst>
        </pc:cxnChg>
        <pc:cxnChg chg="add mod">
          <ac:chgData name="贵斌 任" userId="bf69534e0d83a1ae" providerId="LiveId" clId="{16E96CA4-9853-5F41-B31C-69CDF084413F}" dt="2023-05-05T20:23:18.415" v="15988" actId="1035"/>
          <ac:cxnSpMkLst>
            <pc:docMk/>
            <pc:sldMk cId="2541731029" sldId="563"/>
            <ac:cxnSpMk id="40" creationId="{FD0A7C99-ABCE-4382-9370-3EB3BE8EA94A}"/>
          </ac:cxnSpMkLst>
        </pc:cxnChg>
        <pc:cxnChg chg="add del mod">
          <ac:chgData name="贵斌 任" userId="bf69534e0d83a1ae" providerId="LiveId" clId="{16E96CA4-9853-5F41-B31C-69CDF084413F}" dt="2023-05-05T19:57:12.726" v="14881" actId="478"/>
          <ac:cxnSpMkLst>
            <pc:docMk/>
            <pc:sldMk cId="2541731029" sldId="563"/>
            <ac:cxnSpMk id="41" creationId="{96B9DCFD-4ED8-5D42-6F91-FC91C3F16358}"/>
          </ac:cxnSpMkLst>
        </pc:cxnChg>
        <pc:cxnChg chg="add del mod">
          <ac:chgData name="贵斌 任" userId="bf69534e0d83a1ae" providerId="LiveId" clId="{16E96CA4-9853-5F41-B31C-69CDF084413F}" dt="2023-05-05T19:57:12.726" v="14881" actId="478"/>
          <ac:cxnSpMkLst>
            <pc:docMk/>
            <pc:sldMk cId="2541731029" sldId="563"/>
            <ac:cxnSpMk id="42" creationId="{993891D0-6B84-977A-34E9-CAB3CB75BFE7}"/>
          </ac:cxnSpMkLst>
        </pc:cxnChg>
        <pc:cxnChg chg="add del mod">
          <ac:chgData name="贵斌 任" userId="bf69534e0d83a1ae" providerId="LiveId" clId="{16E96CA4-9853-5F41-B31C-69CDF084413F}" dt="2023-05-05T20:13:20.075" v="15385" actId="14100"/>
          <ac:cxnSpMkLst>
            <pc:docMk/>
            <pc:sldMk cId="2541731029" sldId="563"/>
            <ac:cxnSpMk id="43" creationId="{F3B461CE-580F-8346-AE4F-1C63BBA81236}"/>
          </ac:cxnSpMkLst>
        </pc:cxnChg>
        <pc:cxnChg chg="add del mod">
          <ac:chgData name="贵斌 任" userId="bf69534e0d83a1ae" providerId="LiveId" clId="{16E96CA4-9853-5F41-B31C-69CDF084413F}" dt="2023-05-05T20:13:34.182" v="15388" actId="14100"/>
          <ac:cxnSpMkLst>
            <pc:docMk/>
            <pc:sldMk cId="2541731029" sldId="563"/>
            <ac:cxnSpMk id="44" creationId="{BA67BB0C-6AD4-6ACA-AE29-2CA8D03364EB}"/>
          </ac:cxnSpMkLst>
        </pc:cxnChg>
        <pc:cxnChg chg="add del mod">
          <ac:chgData name="贵斌 任" userId="bf69534e0d83a1ae" providerId="LiveId" clId="{16E96CA4-9853-5F41-B31C-69CDF084413F}" dt="2023-05-05T19:57:48.708" v="14904" actId="478"/>
          <ac:cxnSpMkLst>
            <pc:docMk/>
            <pc:sldMk cId="2541731029" sldId="563"/>
            <ac:cxnSpMk id="45" creationId="{113DA44B-1400-615A-D0E0-6098768ABF80}"/>
          </ac:cxnSpMkLst>
        </pc:cxnChg>
        <pc:cxnChg chg="add mod">
          <ac:chgData name="贵斌 任" userId="bf69534e0d83a1ae" providerId="LiveId" clId="{16E96CA4-9853-5F41-B31C-69CDF084413F}" dt="2023-05-05T20:22:54.573" v="15927" actId="1035"/>
          <ac:cxnSpMkLst>
            <pc:docMk/>
            <pc:sldMk cId="2541731029" sldId="563"/>
            <ac:cxnSpMk id="60" creationId="{305C1CFB-5F47-71E8-31F1-7800B2E665FE}"/>
          </ac:cxnSpMkLst>
        </pc:cxnChg>
        <pc:cxnChg chg="mod">
          <ac:chgData name="贵斌 任" userId="bf69534e0d83a1ae" providerId="LiveId" clId="{16E96CA4-9853-5F41-B31C-69CDF084413F}" dt="2023-05-05T20:21:51.068" v="15857"/>
          <ac:cxnSpMkLst>
            <pc:docMk/>
            <pc:sldMk cId="2541731029" sldId="563"/>
            <ac:cxnSpMk id="95" creationId="{E1A03990-06C3-1378-CFC9-F6779001C209}"/>
          </ac:cxnSpMkLst>
        </pc:cxnChg>
        <pc:cxnChg chg="mod">
          <ac:chgData name="贵斌 任" userId="bf69534e0d83a1ae" providerId="LiveId" clId="{16E96CA4-9853-5F41-B31C-69CDF084413F}" dt="2023-05-05T20:21:51.068" v="15857"/>
          <ac:cxnSpMkLst>
            <pc:docMk/>
            <pc:sldMk cId="2541731029" sldId="563"/>
            <ac:cxnSpMk id="96" creationId="{B2CF2C32-5624-F457-FF4B-F131C80FA80E}"/>
          </ac:cxnSpMkLst>
        </pc:cxnChg>
        <pc:cxnChg chg="mod">
          <ac:chgData name="贵斌 任" userId="bf69534e0d83a1ae" providerId="LiveId" clId="{16E96CA4-9853-5F41-B31C-69CDF084413F}" dt="2023-05-05T20:21:51.068" v="15857"/>
          <ac:cxnSpMkLst>
            <pc:docMk/>
            <pc:sldMk cId="2541731029" sldId="563"/>
            <ac:cxnSpMk id="97" creationId="{973116EA-7B37-07C9-523B-A9C358EE0ACF}"/>
          </ac:cxnSpMkLst>
        </pc:cxnChg>
        <pc:cxnChg chg="mod">
          <ac:chgData name="贵斌 任" userId="bf69534e0d83a1ae" providerId="LiveId" clId="{16E96CA4-9853-5F41-B31C-69CDF084413F}" dt="2023-05-05T20:21:51.068" v="15857"/>
          <ac:cxnSpMkLst>
            <pc:docMk/>
            <pc:sldMk cId="2541731029" sldId="563"/>
            <ac:cxnSpMk id="98" creationId="{D192FD62-6D2C-CA93-19E1-F356AB2D7775}"/>
          </ac:cxnSpMkLst>
        </pc:cxnChg>
        <pc:cxnChg chg="mod">
          <ac:chgData name="贵斌 任" userId="bf69534e0d83a1ae" providerId="LiveId" clId="{16E96CA4-9853-5F41-B31C-69CDF084413F}" dt="2023-05-05T20:21:51.068" v="15857"/>
          <ac:cxnSpMkLst>
            <pc:docMk/>
            <pc:sldMk cId="2541731029" sldId="563"/>
            <ac:cxnSpMk id="99" creationId="{D1E5FB89-DE14-0E33-59C5-B121F2CFC230}"/>
          </ac:cxnSpMkLst>
        </pc:cxnChg>
        <pc:cxnChg chg="mod">
          <ac:chgData name="贵斌 任" userId="bf69534e0d83a1ae" providerId="LiveId" clId="{16E96CA4-9853-5F41-B31C-69CDF084413F}" dt="2023-05-05T20:21:51.068" v="15857"/>
          <ac:cxnSpMkLst>
            <pc:docMk/>
            <pc:sldMk cId="2541731029" sldId="563"/>
            <ac:cxnSpMk id="100" creationId="{702D04A8-467D-35C0-BAF8-B4579916C376}"/>
          </ac:cxnSpMkLst>
        </pc:cxnChg>
        <pc:cxnChg chg="mod">
          <ac:chgData name="贵斌 任" userId="bf69534e0d83a1ae" providerId="LiveId" clId="{16E96CA4-9853-5F41-B31C-69CDF084413F}" dt="2023-05-05T20:25:19.817" v="16029"/>
          <ac:cxnSpMkLst>
            <pc:docMk/>
            <pc:sldMk cId="2541731029" sldId="563"/>
            <ac:cxnSpMk id="119" creationId="{5D399A2D-3C20-622B-F721-2653ED890E39}"/>
          </ac:cxnSpMkLst>
        </pc:cxnChg>
        <pc:cxnChg chg="mod">
          <ac:chgData name="贵斌 任" userId="bf69534e0d83a1ae" providerId="LiveId" clId="{16E96CA4-9853-5F41-B31C-69CDF084413F}" dt="2023-05-05T20:25:19.817" v="16029"/>
          <ac:cxnSpMkLst>
            <pc:docMk/>
            <pc:sldMk cId="2541731029" sldId="563"/>
            <ac:cxnSpMk id="120" creationId="{FB5DFED9-C5DA-E68D-ABCE-848E417190A7}"/>
          </ac:cxnSpMkLst>
        </pc:cxnChg>
        <pc:cxnChg chg="mod">
          <ac:chgData name="贵斌 任" userId="bf69534e0d83a1ae" providerId="LiveId" clId="{16E96CA4-9853-5F41-B31C-69CDF084413F}" dt="2023-05-05T20:25:19.817" v="16029"/>
          <ac:cxnSpMkLst>
            <pc:docMk/>
            <pc:sldMk cId="2541731029" sldId="563"/>
            <ac:cxnSpMk id="121" creationId="{ADF2B36F-0542-CB38-5D70-680605CB78DD}"/>
          </ac:cxnSpMkLst>
        </pc:cxnChg>
        <pc:cxnChg chg="mod">
          <ac:chgData name="贵斌 任" userId="bf69534e0d83a1ae" providerId="LiveId" clId="{16E96CA4-9853-5F41-B31C-69CDF084413F}" dt="2023-05-05T20:25:19.817" v="16029"/>
          <ac:cxnSpMkLst>
            <pc:docMk/>
            <pc:sldMk cId="2541731029" sldId="563"/>
            <ac:cxnSpMk id="122" creationId="{9E1EA069-EA3C-E530-F950-20E0F8E7CCCB}"/>
          </ac:cxnSpMkLst>
        </pc:cxnChg>
        <pc:cxnChg chg="mod">
          <ac:chgData name="贵斌 任" userId="bf69534e0d83a1ae" providerId="LiveId" clId="{16E96CA4-9853-5F41-B31C-69CDF084413F}" dt="2023-05-05T20:25:19.817" v="16029"/>
          <ac:cxnSpMkLst>
            <pc:docMk/>
            <pc:sldMk cId="2541731029" sldId="563"/>
            <ac:cxnSpMk id="123" creationId="{4F65A5D6-EEC3-3BCA-D490-FDDB6416708C}"/>
          </ac:cxnSpMkLst>
        </pc:cxnChg>
        <pc:cxnChg chg="mod">
          <ac:chgData name="贵斌 任" userId="bf69534e0d83a1ae" providerId="LiveId" clId="{16E96CA4-9853-5F41-B31C-69CDF084413F}" dt="2023-05-05T20:25:19.817" v="16029"/>
          <ac:cxnSpMkLst>
            <pc:docMk/>
            <pc:sldMk cId="2541731029" sldId="563"/>
            <ac:cxnSpMk id="124" creationId="{1DBDD0A3-438F-C84B-335D-AB35C86C3AF7}"/>
          </ac:cxnSpMkLst>
        </pc:cxnChg>
        <pc:cxnChg chg="mod">
          <ac:chgData name="贵斌 任" userId="bf69534e0d83a1ae" providerId="LiveId" clId="{16E96CA4-9853-5F41-B31C-69CDF084413F}" dt="2023-05-05T20:32:41.544" v="16302"/>
          <ac:cxnSpMkLst>
            <pc:docMk/>
            <pc:sldMk cId="2541731029" sldId="563"/>
            <ac:cxnSpMk id="11292" creationId="{8C652963-8E6B-4290-A6D3-D221AE04C6FB}"/>
          </ac:cxnSpMkLst>
        </pc:cxnChg>
        <pc:cxnChg chg="mod">
          <ac:chgData name="贵斌 任" userId="bf69534e0d83a1ae" providerId="LiveId" clId="{16E96CA4-9853-5F41-B31C-69CDF084413F}" dt="2023-05-05T20:32:41.544" v="16302"/>
          <ac:cxnSpMkLst>
            <pc:docMk/>
            <pc:sldMk cId="2541731029" sldId="563"/>
            <ac:cxnSpMk id="11293" creationId="{5DC81F85-36A6-EA45-B157-053447D0074F}"/>
          </ac:cxnSpMkLst>
        </pc:cxnChg>
        <pc:cxnChg chg="mod">
          <ac:chgData name="贵斌 任" userId="bf69534e0d83a1ae" providerId="LiveId" clId="{16E96CA4-9853-5F41-B31C-69CDF084413F}" dt="2023-05-05T20:32:41.544" v="16302"/>
          <ac:cxnSpMkLst>
            <pc:docMk/>
            <pc:sldMk cId="2541731029" sldId="563"/>
            <ac:cxnSpMk id="11294" creationId="{E108BC2D-13BF-28C8-5A0C-1276BE83A550}"/>
          </ac:cxnSpMkLst>
        </pc:cxnChg>
        <pc:cxnChg chg="mod">
          <ac:chgData name="贵斌 任" userId="bf69534e0d83a1ae" providerId="LiveId" clId="{16E96CA4-9853-5F41-B31C-69CDF084413F}" dt="2023-05-05T20:32:41.544" v="16302"/>
          <ac:cxnSpMkLst>
            <pc:docMk/>
            <pc:sldMk cId="2541731029" sldId="563"/>
            <ac:cxnSpMk id="11295" creationId="{2BAEEB7E-5D26-0DC5-E734-0B02D481A46E}"/>
          </ac:cxnSpMkLst>
        </pc:cxnChg>
        <pc:cxnChg chg="mod">
          <ac:chgData name="贵斌 任" userId="bf69534e0d83a1ae" providerId="LiveId" clId="{16E96CA4-9853-5F41-B31C-69CDF084413F}" dt="2023-05-05T20:32:41.544" v="16302"/>
          <ac:cxnSpMkLst>
            <pc:docMk/>
            <pc:sldMk cId="2541731029" sldId="563"/>
            <ac:cxnSpMk id="11296" creationId="{AF8E06DC-4130-67D3-C275-97EC2A47AAF1}"/>
          </ac:cxnSpMkLst>
        </pc:cxnChg>
        <pc:cxnChg chg="mod">
          <ac:chgData name="贵斌 任" userId="bf69534e0d83a1ae" providerId="LiveId" clId="{16E96CA4-9853-5F41-B31C-69CDF084413F}" dt="2023-05-05T20:32:41.544" v="16302"/>
          <ac:cxnSpMkLst>
            <pc:docMk/>
            <pc:sldMk cId="2541731029" sldId="563"/>
            <ac:cxnSpMk id="11297" creationId="{BF3C5E31-2B38-2139-D67D-5D9F69BB0DB4}"/>
          </ac:cxnSpMkLst>
        </pc:cxnChg>
        <pc:cxnChg chg="mod">
          <ac:chgData name="贵斌 任" userId="bf69534e0d83a1ae" providerId="LiveId" clId="{16E96CA4-9853-5F41-B31C-69CDF084413F}" dt="2023-05-05T20:32:41.544" v="16302"/>
          <ac:cxnSpMkLst>
            <pc:docMk/>
            <pc:sldMk cId="2541731029" sldId="563"/>
            <ac:cxnSpMk id="11298" creationId="{6B3C47B8-D594-18F8-1387-87D884553683}"/>
          </ac:cxnSpMkLst>
        </pc:cxnChg>
        <pc:cxnChg chg="mod">
          <ac:chgData name="贵斌 任" userId="bf69534e0d83a1ae" providerId="LiveId" clId="{16E96CA4-9853-5F41-B31C-69CDF084413F}" dt="2023-05-05T20:40:08.436" v="16869"/>
          <ac:cxnSpMkLst>
            <pc:docMk/>
            <pc:sldMk cId="2541731029" sldId="563"/>
            <ac:cxnSpMk id="11369" creationId="{DD60F5EE-C323-6150-AC2C-E7EA6E639FA8}"/>
          </ac:cxnSpMkLst>
        </pc:cxnChg>
        <pc:cxnChg chg="mod">
          <ac:chgData name="贵斌 任" userId="bf69534e0d83a1ae" providerId="LiveId" clId="{16E96CA4-9853-5F41-B31C-69CDF084413F}" dt="2023-05-05T20:40:08.436" v="16869"/>
          <ac:cxnSpMkLst>
            <pc:docMk/>
            <pc:sldMk cId="2541731029" sldId="563"/>
            <ac:cxnSpMk id="11370" creationId="{009C753E-B333-F96A-C084-756A2D4A9269}"/>
          </ac:cxnSpMkLst>
        </pc:cxnChg>
        <pc:cxnChg chg="mod">
          <ac:chgData name="贵斌 任" userId="bf69534e0d83a1ae" providerId="LiveId" clId="{16E96CA4-9853-5F41-B31C-69CDF084413F}" dt="2023-05-05T20:40:08.436" v="16869"/>
          <ac:cxnSpMkLst>
            <pc:docMk/>
            <pc:sldMk cId="2541731029" sldId="563"/>
            <ac:cxnSpMk id="11371" creationId="{64A2D8FC-F5E3-6582-131C-EB6A14B87BD1}"/>
          </ac:cxnSpMkLst>
        </pc:cxnChg>
        <pc:cxnChg chg="mod">
          <ac:chgData name="贵斌 任" userId="bf69534e0d83a1ae" providerId="LiveId" clId="{16E96CA4-9853-5F41-B31C-69CDF084413F}" dt="2023-05-05T20:40:08.436" v="16869"/>
          <ac:cxnSpMkLst>
            <pc:docMk/>
            <pc:sldMk cId="2541731029" sldId="563"/>
            <ac:cxnSpMk id="11372" creationId="{E3E278CC-8B10-61AE-D7C5-D435FF800682}"/>
          </ac:cxnSpMkLst>
        </pc:cxnChg>
        <pc:cxnChg chg="mod">
          <ac:chgData name="贵斌 任" userId="bf69534e0d83a1ae" providerId="LiveId" clId="{16E96CA4-9853-5F41-B31C-69CDF084413F}" dt="2023-05-05T20:40:08.436" v="16869"/>
          <ac:cxnSpMkLst>
            <pc:docMk/>
            <pc:sldMk cId="2541731029" sldId="563"/>
            <ac:cxnSpMk id="11373" creationId="{9A85A1BA-7224-AF5F-982E-AEF6DE63CDDF}"/>
          </ac:cxnSpMkLst>
        </pc:cxnChg>
        <pc:cxnChg chg="mod">
          <ac:chgData name="贵斌 任" userId="bf69534e0d83a1ae" providerId="LiveId" clId="{16E96CA4-9853-5F41-B31C-69CDF084413F}" dt="2023-05-05T20:40:08.436" v="16869"/>
          <ac:cxnSpMkLst>
            <pc:docMk/>
            <pc:sldMk cId="2541731029" sldId="563"/>
            <ac:cxnSpMk id="11374" creationId="{643D84AD-1D77-79D1-9F00-94CCC5E66367}"/>
          </ac:cxnSpMkLst>
        </pc:cxnChg>
        <pc:cxnChg chg="mod">
          <ac:chgData name="贵斌 任" userId="bf69534e0d83a1ae" providerId="LiveId" clId="{16E96CA4-9853-5F41-B31C-69CDF084413F}" dt="2023-05-05T20:40:08.436" v="16869"/>
          <ac:cxnSpMkLst>
            <pc:docMk/>
            <pc:sldMk cId="2541731029" sldId="563"/>
            <ac:cxnSpMk id="11375" creationId="{9EDC2384-A641-4D61-5BF7-C6546991C587}"/>
          </ac:cxnSpMkLst>
        </pc:cxnChg>
      </pc:sldChg>
      <pc:sldChg chg="addSp delSp modSp add mod modNotesTx">
        <pc:chgData name="贵斌 任" userId="bf69534e0d83a1ae" providerId="LiveId" clId="{16E96CA4-9853-5F41-B31C-69CDF084413F}" dt="2023-05-05T22:39:09.620" v="18883" actId="20577"/>
        <pc:sldMkLst>
          <pc:docMk/>
          <pc:sldMk cId="2151869164" sldId="564"/>
        </pc:sldMkLst>
        <pc:spChg chg="del">
          <ac:chgData name="贵斌 任" userId="bf69534e0d83a1ae" providerId="LiveId" clId="{16E96CA4-9853-5F41-B31C-69CDF084413F}" dt="2023-05-05T21:47:06.071" v="16900" actId="478"/>
          <ac:spMkLst>
            <pc:docMk/>
            <pc:sldMk cId="2151869164" sldId="564"/>
            <ac:spMk id="4" creationId="{00000000-0000-0000-0000-000000000000}"/>
          </ac:spMkLst>
        </pc:spChg>
        <pc:spChg chg="add mod">
          <ac:chgData name="贵斌 任" userId="bf69534e0d83a1ae" providerId="LiveId" clId="{16E96CA4-9853-5F41-B31C-69CDF084413F}" dt="2023-05-05T21:59:56.205" v="17382" actId="1076"/>
          <ac:spMkLst>
            <pc:docMk/>
            <pc:sldMk cId="2151869164" sldId="564"/>
            <ac:spMk id="5" creationId="{A7B45BDA-0D88-DF24-9F68-A28287C16D3E}"/>
          </ac:spMkLst>
        </pc:spChg>
        <pc:spChg chg="add mod">
          <ac:chgData name="贵斌 任" userId="bf69534e0d83a1ae" providerId="LiveId" clId="{16E96CA4-9853-5F41-B31C-69CDF084413F}" dt="2023-05-05T22:05:59.045" v="17730" actId="20577"/>
          <ac:spMkLst>
            <pc:docMk/>
            <pc:sldMk cId="2151869164" sldId="564"/>
            <ac:spMk id="6" creationId="{DEB3A199-8814-DDBE-C6BF-CF15497E476B}"/>
          </ac:spMkLst>
        </pc:spChg>
        <pc:spChg chg="add mod">
          <ac:chgData name="贵斌 任" userId="bf69534e0d83a1ae" providerId="LiveId" clId="{16E96CA4-9853-5F41-B31C-69CDF084413F}" dt="2023-05-05T22:06:42.123" v="17771" actId="113"/>
          <ac:spMkLst>
            <pc:docMk/>
            <pc:sldMk cId="2151869164" sldId="564"/>
            <ac:spMk id="8" creationId="{1E492F93-8E29-7C97-95BA-B1953CB68CB6}"/>
          </ac:spMkLst>
        </pc:spChg>
        <pc:spChg chg="del">
          <ac:chgData name="贵斌 任" userId="bf69534e0d83a1ae" providerId="LiveId" clId="{16E96CA4-9853-5F41-B31C-69CDF084413F}" dt="2023-05-05T21:47:06.071" v="16900" actId="478"/>
          <ac:spMkLst>
            <pc:docMk/>
            <pc:sldMk cId="2151869164" sldId="564"/>
            <ac:spMk id="9" creationId="{00000000-0000-0000-0000-000000000000}"/>
          </ac:spMkLst>
        </pc:spChg>
        <pc:spChg chg="add mod">
          <ac:chgData name="贵斌 任" userId="bf69534e0d83a1ae" providerId="LiveId" clId="{16E96CA4-9853-5F41-B31C-69CDF084413F}" dt="2023-05-05T22:06:05.229" v="17757" actId="20577"/>
          <ac:spMkLst>
            <pc:docMk/>
            <pc:sldMk cId="2151869164" sldId="564"/>
            <ac:spMk id="12" creationId="{1A5E90A5-98D2-60AE-7F6D-E11CBD9BDF5D}"/>
          </ac:spMkLst>
        </pc:spChg>
        <pc:spChg chg="add del mod">
          <ac:chgData name="贵斌 任" userId="bf69534e0d83a1ae" providerId="LiveId" clId="{16E96CA4-9853-5F41-B31C-69CDF084413F}" dt="2023-05-05T22:03:18.875" v="17526" actId="478"/>
          <ac:spMkLst>
            <pc:docMk/>
            <pc:sldMk cId="2151869164" sldId="564"/>
            <ac:spMk id="15" creationId="{DCAF2F43-E975-0C0E-7DFE-9EF8A5BE83BF}"/>
          </ac:spMkLst>
        </pc:spChg>
        <pc:spChg chg="add mod">
          <ac:chgData name="贵斌 任" userId="bf69534e0d83a1ae" providerId="LiveId" clId="{16E96CA4-9853-5F41-B31C-69CDF084413F}" dt="2023-05-05T22:06:09.271" v="17769" actId="20577"/>
          <ac:spMkLst>
            <pc:docMk/>
            <pc:sldMk cId="2151869164" sldId="564"/>
            <ac:spMk id="16" creationId="{44FB0F89-2FD0-3136-3E10-94F27102F959}"/>
          </ac:spMkLst>
        </pc:spChg>
        <pc:spChg chg="add del mod">
          <ac:chgData name="贵斌 任" userId="bf69534e0d83a1ae" providerId="LiveId" clId="{16E96CA4-9853-5F41-B31C-69CDF084413F}" dt="2023-05-05T22:05:09.270" v="17710"/>
          <ac:spMkLst>
            <pc:docMk/>
            <pc:sldMk cId="2151869164" sldId="564"/>
            <ac:spMk id="17" creationId="{AEAB9063-1FA9-D39C-8E49-2AFAF554B0BF}"/>
          </ac:spMkLst>
        </pc:spChg>
        <pc:spChg chg="mod">
          <ac:chgData name="贵斌 任" userId="bf69534e0d83a1ae" providerId="LiveId" clId="{16E96CA4-9853-5F41-B31C-69CDF084413F}" dt="2023-05-05T22:32:49.103" v="18310" actId="20577"/>
          <ac:spMkLst>
            <pc:docMk/>
            <pc:sldMk cId="2151869164" sldId="564"/>
            <ac:spMk id="18" creationId="{00000000-0000-0000-0000-000000000000}"/>
          </ac:spMkLst>
        </pc:spChg>
        <pc:graphicFrameChg chg="del">
          <ac:chgData name="贵斌 任" userId="bf69534e0d83a1ae" providerId="LiveId" clId="{16E96CA4-9853-5F41-B31C-69CDF084413F}" dt="2023-05-05T21:47:06.071" v="16900" actId="478"/>
          <ac:graphicFrameMkLst>
            <pc:docMk/>
            <pc:sldMk cId="2151869164" sldId="564"/>
            <ac:graphicFrameMk id="2" creationId="{00000000-0000-0000-0000-000000000000}"/>
          </ac:graphicFrameMkLst>
        </pc:graphicFrameChg>
        <pc:graphicFrameChg chg="add mod modGraphic">
          <ac:chgData name="贵斌 任" userId="bf69534e0d83a1ae" providerId="LiveId" clId="{16E96CA4-9853-5F41-B31C-69CDF084413F}" dt="2023-05-05T21:57:30.518" v="17369" actId="14100"/>
          <ac:graphicFrameMkLst>
            <pc:docMk/>
            <pc:sldMk cId="2151869164" sldId="564"/>
            <ac:graphicFrameMk id="3" creationId="{BE5267D4-9ADA-1187-8461-458C08668665}"/>
          </ac:graphicFrameMkLst>
        </pc:graphicFrameChg>
        <pc:graphicFrameChg chg="del">
          <ac:chgData name="贵斌 任" userId="bf69534e0d83a1ae" providerId="LiveId" clId="{16E96CA4-9853-5F41-B31C-69CDF084413F}" dt="2023-05-05T21:47:06.071" v="16900" actId="478"/>
          <ac:graphicFrameMkLst>
            <pc:docMk/>
            <pc:sldMk cId="2151869164" sldId="564"/>
            <ac:graphicFrameMk id="10" creationId="{00000000-0000-0000-0000-000000000000}"/>
          </ac:graphicFrameMkLst>
        </pc:graphicFrameChg>
        <pc:graphicFrameChg chg="add mod modGraphic">
          <ac:chgData name="贵斌 任" userId="bf69534e0d83a1ae" providerId="LiveId" clId="{16E96CA4-9853-5F41-B31C-69CDF084413F}" dt="2023-05-05T22:03:35.471" v="17532" actId="1076"/>
          <ac:graphicFrameMkLst>
            <pc:docMk/>
            <pc:sldMk cId="2151869164" sldId="564"/>
            <ac:graphicFrameMk id="11" creationId="{B9CB1C45-6ACA-D8F8-F8F5-B21FBFDB16F2}"/>
          </ac:graphicFrameMkLst>
        </pc:graphicFrameChg>
        <pc:graphicFrameChg chg="add del mod">
          <ac:chgData name="贵斌 任" userId="bf69534e0d83a1ae" providerId="LiveId" clId="{16E96CA4-9853-5F41-B31C-69CDF084413F}" dt="2023-05-05T22:01:03.442" v="17469" actId="478"/>
          <ac:graphicFrameMkLst>
            <pc:docMk/>
            <pc:sldMk cId="2151869164" sldId="564"/>
            <ac:graphicFrameMk id="13" creationId="{A1B2DE16-7A11-E016-68A6-9F300281BB08}"/>
          </ac:graphicFrameMkLst>
        </pc:graphicFrameChg>
        <pc:graphicFrameChg chg="add mod modGraphic">
          <ac:chgData name="贵斌 任" userId="bf69534e0d83a1ae" providerId="LiveId" clId="{16E96CA4-9853-5F41-B31C-69CDF084413F}" dt="2023-05-05T22:02:56.289" v="17522" actId="14734"/>
          <ac:graphicFrameMkLst>
            <pc:docMk/>
            <pc:sldMk cId="2151869164" sldId="564"/>
            <ac:graphicFrameMk id="14" creationId="{463CF93E-9093-BBAF-C915-D47BF616043F}"/>
          </ac:graphicFrameMkLst>
        </pc:graphicFrameChg>
        <pc:graphicFrameChg chg="add mod modGraphic">
          <ac:chgData name="贵斌 任" userId="bf69534e0d83a1ae" providerId="LiveId" clId="{16E96CA4-9853-5F41-B31C-69CDF084413F}" dt="2023-05-05T22:05:47.841" v="17717" actId="14100"/>
          <ac:graphicFrameMkLst>
            <pc:docMk/>
            <pc:sldMk cId="2151869164" sldId="564"/>
            <ac:graphicFrameMk id="19" creationId="{32020282-48C4-4457-2908-F3E2C4CD67F0}"/>
          </ac:graphicFrameMkLst>
        </pc:graphicFrameChg>
      </pc:sldChg>
      <pc:sldChg chg="addSp delSp modSp add del mod">
        <pc:chgData name="贵斌 任" userId="bf69534e0d83a1ae" providerId="LiveId" clId="{16E96CA4-9853-5F41-B31C-69CDF084413F}" dt="2023-05-05T20:40:48.080" v="16876" actId="2696"/>
        <pc:sldMkLst>
          <pc:docMk/>
          <pc:sldMk cId="2772748410" sldId="564"/>
        </pc:sldMkLst>
        <pc:spChg chg="del">
          <ac:chgData name="贵斌 任" userId="bf69534e0d83a1ae" providerId="LiveId" clId="{16E96CA4-9853-5F41-B31C-69CDF084413F}" dt="2023-05-05T20:31:56.230" v="16286" actId="478"/>
          <ac:spMkLst>
            <pc:docMk/>
            <pc:sldMk cId="2772748410" sldId="564"/>
            <ac:spMk id="2" creationId="{00000000-0000-0000-0000-000000000000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" creationId="{37D9EF68-DBF1-2699-0F02-36896E87E3FE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" creationId="{2DACF426-0E3C-631A-127C-1476E521D2FD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7" creationId="{CEC0E131-82C6-1609-0B0D-A99A257C4A09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8" creationId="{03F9465F-5C39-DFBB-F39B-453B9758D1DD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9" creationId="{12AB451F-FC0F-A4B8-B085-FB7D6142BBBC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0" creationId="{A7B51FB2-CADB-94BC-6F10-63E132A5B548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1" creationId="{8F42C8AD-EFE4-48B8-43A7-4E4AB54DA11E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2" creationId="{A54D1E5E-3A2E-1078-65E8-FBD4F130806F}"/>
          </ac:spMkLst>
        </pc:spChg>
        <pc:spChg chg="del">
          <ac:chgData name="贵斌 任" userId="bf69534e0d83a1ae" providerId="LiveId" clId="{16E96CA4-9853-5F41-B31C-69CDF084413F}" dt="2023-05-05T20:31:38.289" v="16277" actId="478"/>
          <ac:spMkLst>
            <pc:docMk/>
            <pc:sldMk cId="2772748410" sldId="564"/>
            <ac:spMk id="13" creationId="{00000000-0000-0000-0000-000000000000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4" creationId="{29A6E989-C7EB-35E3-042B-49227C03A0B9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5" creationId="{52C9E18C-836A-2515-0848-E7D5309D654D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6" creationId="{6423DCF4-B66E-BC01-AFF3-080CA74E0DEB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7" creationId="{1F051801-3684-479E-30ED-A65FF46F3592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8" creationId="{AC899F2F-3561-7F4E-148F-475CACF80295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19" creationId="{2AF5803E-D2D5-DD38-115D-31FF2665F715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0" creationId="{1A235393-C3EF-C3D4-5888-E96F9BAE5D70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1" creationId="{087EC477-D6E4-2FF3-EA84-1A9A27B0A8D6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3" creationId="{A52138A6-1432-0A0B-77AA-D9A5E2452103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4" creationId="{0F99DE10-6E12-D208-BAF6-6CB52440A2D7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5" creationId="{69DDFE5F-3746-FBC3-3132-53D4E193EE16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6" creationId="{6631242F-A871-2069-B5FA-F9DA8BF47341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7" creationId="{9D8A3728-B4DC-C5C0-661A-8DA1E2451715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8" creationId="{C315FD42-A885-E9C7-BDE3-41A03FCBC0AE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29" creationId="{A11F3AFC-798F-14DF-24F6-7ED744ABE752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0" creationId="{4741119E-E7A1-2CA9-51FF-D7251722D4EA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1" creationId="{4375E046-B5E1-DA52-3716-F7AAB780974C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2" creationId="{1463E5AA-2476-EDEA-424F-C672DF625A8B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3" creationId="{3394960B-A12F-C030-C3F4-2729994A2753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4" creationId="{78D7AA15-710A-A728-4E4E-2A7BD6F8F9A8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5" creationId="{4CBD7893-66A0-C005-28C5-90A3C8485973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6" creationId="{D088106E-56FD-BF7B-54E7-55304886973C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7" creationId="{DEB5E922-1CAE-A2A8-B51B-57D82A5EC7E9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38" creationId="{7AE9D4BE-2026-7622-4E85-698546D37D5C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0" creationId="{A9564445-B5FD-7C58-83E2-0571F8332263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1" creationId="{F7530985-398E-140F-661E-8139D8F869FF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2" creationId="{30812299-8CC6-904B-7271-F10B4A6E6ED7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3" creationId="{50E403C0-FAAD-511B-697D-3910C697C1EE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4" creationId="{B9F2F51D-93EA-4425-113C-4FD19211380D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5" creationId="{C37CDE36-9BD9-710D-E1B4-D6DE734A7C57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6" creationId="{A9D0262A-443C-146B-483E-FC04E84B6D3A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7" creationId="{ACDB4019-FC74-2638-4619-5E74DC6B93D3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48" creationId="{408D9515-3C0D-8DE6-6510-4291CBDA0919}"/>
          </ac:spMkLst>
        </pc:spChg>
        <pc:spChg chg="del">
          <ac:chgData name="贵斌 任" userId="bf69534e0d83a1ae" providerId="LiveId" clId="{16E96CA4-9853-5F41-B31C-69CDF084413F}" dt="2023-05-05T20:31:46.623" v="16283" actId="478"/>
          <ac:spMkLst>
            <pc:docMk/>
            <pc:sldMk cId="2772748410" sldId="564"/>
            <ac:spMk id="49" creationId="{67ED8E0B-48A1-7F43-2AEF-230330080215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1" creationId="{25ABD021-3F5B-9E52-3799-74F09D6C1EB1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2" creationId="{68E7EFDE-AC30-33EF-797E-F8360BC582AE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3" creationId="{A76A5C55-138C-C438-971C-F0B47172A584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4" creationId="{EA973BCE-1C7E-0063-0BD0-73ED9C1059B6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5" creationId="{59A91615-6E14-B9F7-5063-169BF368F387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6" creationId="{96E272C3-4839-CEAD-46E2-65D709722F54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7" creationId="{7F3DB105-0F27-3743-5D2A-AA98C114EA7D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8" creationId="{69983C67-E294-143F-01CD-89EF787D411C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59" creationId="{E97CA2F7-8A8D-3B0F-9C77-8295F8AFBF73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0" creationId="{C17CC839-3E0C-03CA-1293-6081FD134DED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1" creationId="{6B55E71C-DFD6-29F9-651F-5C2EB8BC40A9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2" creationId="{FCC3796A-9A8D-4375-31C0-5889E7F93570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3" creationId="{8FC3581D-0673-BCF9-1C3C-388CB75B6F15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4" creationId="{B2B8E7CC-FE99-5D14-7442-FB016BB9F1DC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5" creationId="{976F2841-FE15-C54D-042F-2C1BDB9A2ED6}"/>
          </ac:spMkLst>
        </pc:spChg>
        <pc:spChg chg="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6" creationId="{BDDF7A01-62C4-F146-C6A5-4E7AB18FF6EB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7" creationId="{8E14243A-0C15-633F-4354-DCE50604B6FB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8" creationId="{CDEF0805-59AC-C57C-60F8-D42C1E9084C9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69" creationId="{E026936A-E97D-DD18-7689-5E27BF9A87E7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70" creationId="{132727D2-F789-BB2D-58D4-298A5C77F390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71" creationId="{0D37F386-EE9F-7735-1731-355948FDD3E7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72" creationId="{17FCF717-49B5-8F57-9A2A-2C859F6A72CA}"/>
          </ac:spMkLst>
        </pc:spChg>
        <pc:spChg chg="add del mod">
          <ac:chgData name="贵斌 任" userId="bf69534e0d83a1ae" providerId="LiveId" clId="{16E96CA4-9853-5F41-B31C-69CDF084413F}" dt="2023-05-05T20:39:56.312" v="16867" actId="403"/>
          <ac:spMkLst>
            <pc:docMk/>
            <pc:sldMk cId="2772748410" sldId="564"/>
            <ac:spMk id="73" creationId="{2E89082E-E635-A27B-3FD2-8B04C0E3C7E4}"/>
          </ac:spMkLst>
        </pc:spChg>
        <pc:spChg chg="del">
          <ac:chgData name="贵斌 任" userId="bf69534e0d83a1ae" providerId="LiveId" clId="{16E96CA4-9853-5F41-B31C-69CDF084413F}" dt="2023-05-05T20:31:46.623" v="16283" actId="478"/>
          <ac:spMkLst>
            <pc:docMk/>
            <pc:sldMk cId="2772748410" sldId="564"/>
            <ac:spMk id="82" creationId="{53728516-CC6C-61A5-701F-AE4FD14A81FD}"/>
          </ac:spMkLst>
        </pc:spChg>
        <pc:spChg chg="del mod">
          <ac:chgData name="贵斌 任" userId="bf69534e0d83a1ae" providerId="LiveId" clId="{16E96CA4-9853-5F41-B31C-69CDF084413F}" dt="2023-05-05T20:31:44.231" v="16282" actId="478"/>
          <ac:spMkLst>
            <pc:docMk/>
            <pc:sldMk cId="2772748410" sldId="564"/>
            <ac:spMk id="83" creationId="{E3A12B95-FB36-9C2A-9E98-0289E336620E}"/>
          </ac:spMkLst>
        </pc:spChg>
        <pc:grpChg chg="add mod">
          <ac:chgData name="贵斌 任" userId="bf69534e0d83a1ae" providerId="LiveId" clId="{16E96CA4-9853-5F41-B31C-69CDF084413F}" dt="2023-05-05T20:40:00.564" v="16868" actId="14100"/>
          <ac:grpSpMkLst>
            <pc:docMk/>
            <pc:sldMk cId="2772748410" sldId="564"/>
            <ac:grpSpMk id="3" creationId="{E923B1C8-EBBA-1E35-E0D4-2567F6C15282}"/>
          </ac:grpSpMkLst>
        </pc:grpChg>
        <pc:grpChg chg="add del mod">
          <ac:chgData name="贵斌 任" userId="bf69534e0d83a1ae" providerId="LiveId" clId="{16E96CA4-9853-5F41-B31C-69CDF084413F}" dt="2023-05-05T20:32:01.694" v="16287" actId="1076"/>
          <ac:grpSpMkLst>
            <pc:docMk/>
            <pc:sldMk cId="2772748410" sldId="564"/>
            <ac:grpSpMk id="4" creationId="{657B7B1A-0E10-4F74-5591-D2DDD7041B9D}"/>
          </ac:grpSpMkLst>
        </pc:grpChg>
        <pc:grpChg chg="add del mod">
          <ac:chgData name="贵斌 任" userId="bf69534e0d83a1ae" providerId="LiveId" clId="{16E96CA4-9853-5F41-B31C-69CDF084413F}" dt="2023-05-05T20:32:01.694" v="16287" actId="1076"/>
          <ac:grpSpMkLst>
            <pc:docMk/>
            <pc:sldMk cId="2772748410" sldId="564"/>
            <ac:grpSpMk id="22" creationId="{9C811381-50A1-E4C1-CC22-C5E03797139E}"/>
          </ac:grpSpMkLst>
        </pc:grpChg>
        <pc:grpChg chg="add del mod">
          <ac:chgData name="贵斌 任" userId="bf69534e0d83a1ae" providerId="LiveId" clId="{16E96CA4-9853-5F41-B31C-69CDF084413F}" dt="2023-05-05T20:32:01.694" v="16287" actId="1076"/>
          <ac:grpSpMkLst>
            <pc:docMk/>
            <pc:sldMk cId="2772748410" sldId="564"/>
            <ac:grpSpMk id="50" creationId="{DC18052E-D649-1252-2B36-AE2E2258EF08}"/>
          </ac:grpSpMkLst>
        </pc:grpChg>
        <pc:picChg chg="add del mod">
          <ac:chgData name="贵斌 任" userId="bf69534e0d83a1ae" providerId="LiveId" clId="{16E96CA4-9853-5F41-B31C-69CDF084413F}" dt="2023-05-05T20:32:01.694" v="16287" actId="1076"/>
          <ac:picMkLst>
            <pc:docMk/>
            <pc:sldMk cId="2772748410" sldId="564"/>
            <ac:picMk id="39" creationId="{2568009D-80AE-F8DB-7688-3E1A58262FB0}"/>
          </ac:picMkLst>
        </pc:picChg>
        <pc:cxnChg chg="add del mod">
          <ac:chgData name="贵斌 任" userId="bf69534e0d83a1ae" providerId="LiveId" clId="{16E96CA4-9853-5F41-B31C-69CDF084413F}" dt="2023-05-05T20:32:01.694" v="16287" actId="1076"/>
          <ac:cxnSpMkLst>
            <pc:docMk/>
            <pc:sldMk cId="2772748410" sldId="564"/>
            <ac:cxnSpMk id="74" creationId="{32F4A70C-5E0A-A77B-8ED5-12EF269E676E}"/>
          </ac:cxnSpMkLst>
        </pc:cxnChg>
        <pc:cxnChg chg="add del mod">
          <ac:chgData name="贵斌 任" userId="bf69534e0d83a1ae" providerId="LiveId" clId="{16E96CA4-9853-5F41-B31C-69CDF084413F}" dt="2023-05-05T20:32:01.694" v="16287" actId="1076"/>
          <ac:cxnSpMkLst>
            <pc:docMk/>
            <pc:sldMk cId="2772748410" sldId="564"/>
            <ac:cxnSpMk id="75" creationId="{98BFDAF6-AD03-133C-BC72-D3A0F10430D5}"/>
          </ac:cxnSpMkLst>
        </pc:cxnChg>
        <pc:cxnChg chg="add del mod">
          <ac:chgData name="贵斌 任" userId="bf69534e0d83a1ae" providerId="LiveId" clId="{16E96CA4-9853-5F41-B31C-69CDF084413F}" dt="2023-05-05T20:32:01.694" v="16287" actId="1076"/>
          <ac:cxnSpMkLst>
            <pc:docMk/>
            <pc:sldMk cId="2772748410" sldId="564"/>
            <ac:cxnSpMk id="76" creationId="{99D975DC-EC56-CB63-B4EB-99A3B5C26603}"/>
          </ac:cxnSpMkLst>
        </pc:cxnChg>
        <pc:cxnChg chg="add del mod">
          <ac:chgData name="贵斌 任" userId="bf69534e0d83a1ae" providerId="LiveId" clId="{16E96CA4-9853-5F41-B31C-69CDF084413F}" dt="2023-05-05T20:32:01.694" v="16287" actId="1076"/>
          <ac:cxnSpMkLst>
            <pc:docMk/>
            <pc:sldMk cId="2772748410" sldId="564"/>
            <ac:cxnSpMk id="77" creationId="{7CB9C823-2A5A-8497-91AF-2F5E051BA46E}"/>
          </ac:cxnSpMkLst>
        </pc:cxnChg>
        <pc:cxnChg chg="add del mod">
          <ac:chgData name="贵斌 任" userId="bf69534e0d83a1ae" providerId="LiveId" clId="{16E96CA4-9853-5F41-B31C-69CDF084413F}" dt="2023-05-05T20:32:01.694" v="16287" actId="1076"/>
          <ac:cxnSpMkLst>
            <pc:docMk/>
            <pc:sldMk cId="2772748410" sldId="564"/>
            <ac:cxnSpMk id="78" creationId="{588DBBC6-5E50-0679-D93D-2994EB8FF27B}"/>
          </ac:cxnSpMkLst>
        </pc:cxnChg>
        <pc:cxnChg chg="add del mod">
          <ac:chgData name="贵斌 任" userId="bf69534e0d83a1ae" providerId="LiveId" clId="{16E96CA4-9853-5F41-B31C-69CDF084413F}" dt="2023-05-05T20:32:01.694" v="16287" actId="1076"/>
          <ac:cxnSpMkLst>
            <pc:docMk/>
            <pc:sldMk cId="2772748410" sldId="564"/>
            <ac:cxnSpMk id="79" creationId="{54380384-C35E-D961-EFC4-9CB974AEDCCD}"/>
          </ac:cxnSpMkLst>
        </pc:cxnChg>
        <pc:cxnChg chg="add del mod">
          <ac:chgData name="贵斌 任" userId="bf69534e0d83a1ae" providerId="LiveId" clId="{16E96CA4-9853-5F41-B31C-69CDF084413F}" dt="2023-05-05T20:32:01.694" v="16287" actId="1076"/>
          <ac:cxnSpMkLst>
            <pc:docMk/>
            <pc:sldMk cId="2772748410" sldId="564"/>
            <ac:cxnSpMk id="80" creationId="{27B85F2F-5BEE-9FF3-3DFF-9753DFFE8F25}"/>
          </ac:cxnSpMkLst>
        </pc:cxnChg>
      </pc:sldChg>
      <pc:sldChg chg="add del">
        <pc:chgData name="贵斌 任" userId="bf69534e0d83a1ae" providerId="LiveId" clId="{16E96CA4-9853-5F41-B31C-69CDF084413F}" dt="2023-05-05T21:47:08.562" v="16902"/>
        <pc:sldMkLst>
          <pc:docMk/>
          <pc:sldMk cId="512834446" sldId="565"/>
        </pc:sldMkLst>
      </pc:sldChg>
      <pc:sldChg chg="addSp delSp modSp add del mod">
        <pc:chgData name="贵斌 任" userId="bf69534e0d83a1ae" providerId="LiveId" clId="{16E96CA4-9853-5F41-B31C-69CDF084413F}" dt="2023-05-05T22:40:45.711" v="18938" actId="2696"/>
        <pc:sldMkLst>
          <pc:docMk/>
          <pc:sldMk cId="1431423060" sldId="565"/>
        </pc:sldMkLst>
        <pc:spChg chg="add mod">
          <ac:chgData name="贵斌 任" userId="bf69534e0d83a1ae" providerId="LiveId" clId="{16E96CA4-9853-5F41-B31C-69CDF084413F}" dt="2023-05-05T22:18:27.685" v="17944" actId="1035"/>
          <ac:spMkLst>
            <pc:docMk/>
            <pc:sldMk cId="1431423060" sldId="565"/>
            <ac:spMk id="3" creationId="{3939DA11-2E49-1A67-47C8-72F7655DC885}"/>
          </ac:spMkLst>
        </pc:spChg>
        <pc:spChg chg="add mod">
          <ac:chgData name="贵斌 任" userId="bf69534e0d83a1ae" providerId="LiveId" clId="{16E96CA4-9853-5F41-B31C-69CDF084413F}" dt="2023-05-05T22:18:20.058" v="17933" actId="1036"/>
          <ac:spMkLst>
            <pc:docMk/>
            <pc:sldMk cId="1431423060" sldId="565"/>
            <ac:spMk id="4" creationId="{5ACDF089-9CB1-5330-F5BE-E96035CBE337}"/>
          </ac:spMkLst>
        </pc:spChg>
        <pc:spChg chg="add mod">
          <ac:chgData name="贵斌 任" userId="bf69534e0d83a1ae" providerId="LiveId" clId="{16E96CA4-9853-5F41-B31C-69CDF084413F}" dt="2023-05-05T22:17:59.173" v="17908" actId="1036"/>
          <ac:spMkLst>
            <pc:docMk/>
            <pc:sldMk cId="1431423060" sldId="565"/>
            <ac:spMk id="6" creationId="{24306AA8-ED45-9181-7A90-7C77E07AD83D}"/>
          </ac:spMkLst>
        </pc:spChg>
        <pc:spChg chg="add mod">
          <ac:chgData name="贵斌 任" userId="bf69534e0d83a1ae" providerId="LiveId" clId="{16E96CA4-9853-5F41-B31C-69CDF084413F}" dt="2023-05-05T22:17:17.408" v="17875" actId="1076"/>
          <ac:spMkLst>
            <pc:docMk/>
            <pc:sldMk cId="1431423060" sldId="565"/>
            <ac:spMk id="7" creationId="{77A36DA2-3500-0B58-363E-6E7A51B11EDB}"/>
          </ac:spMkLst>
        </pc:spChg>
        <pc:spChg chg="add mod">
          <ac:chgData name="贵斌 任" userId="bf69534e0d83a1ae" providerId="LiveId" clId="{16E96CA4-9853-5F41-B31C-69CDF084413F}" dt="2023-05-05T22:17:39.035" v="17890" actId="403"/>
          <ac:spMkLst>
            <pc:docMk/>
            <pc:sldMk cId="1431423060" sldId="565"/>
            <ac:spMk id="13" creationId="{02D37273-3503-3D9D-5D5D-7AB09B2C4AF7}"/>
          </ac:spMkLst>
        </pc:spChg>
        <pc:spChg chg="del">
          <ac:chgData name="贵斌 任" userId="bf69534e0d83a1ae" providerId="LiveId" clId="{16E96CA4-9853-5F41-B31C-69CDF084413F}" dt="2023-05-05T22:14:52.618" v="17781" actId="478"/>
          <ac:spMkLst>
            <pc:docMk/>
            <pc:sldMk cId="1431423060" sldId="565"/>
            <ac:spMk id="14" creationId="{00000000-0000-0000-0000-000000000000}"/>
          </ac:spMkLst>
        </pc:spChg>
        <pc:spChg chg="del">
          <ac:chgData name="贵斌 任" userId="bf69534e0d83a1ae" providerId="LiveId" clId="{16E96CA4-9853-5F41-B31C-69CDF084413F}" dt="2023-05-05T22:14:52.618" v="17781" actId="478"/>
          <ac:spMkLst>
            <pc:docMk/>
            <pc:sldMk cId="1431423060" sldId="565"/>
            <ac:spMk id="15" creationId="{00000000-0000-0000-0000-000000000000}"/>
          </ac:spMkLst>
        </pc:spChg>
        <pc:spChg chg="add mod">
          <ac:chgData name="贵斌 任" userId="bf69534e0d83a1ae" providerId="LiveId" clId="{16E96CA4-9853-5F41-B31C-69CDF084413F}" dt="2023-05-05T22:18:07.260" v="17914" actId="1036"/>
          <ac:spMkLst>
            <pc:docMk/>
            <pc:sldMk cId="1431423060" sldId="565"/>
            <ac:spMk id="16" creationId="{CDD0CBA3-4F9E-5BA7-D1AC-CFDEC8EF1477}"/>
          </ac:spMkLst>
        </pc:spChg>
        <pc:spChg chg="add del mod">
          <ac:chgData name="贵斌 任" userId="bf69534e0d83a1ae" providerId="LiveId" clId="{16E96CA4-9853-5F41-B31C-69CDF084413F}" dt="2023-05-05T22:15:14.674" v="17786" actId="478"/>
          <ac:spMkLst>
            <pc:docMk/>
            <pc:sldMk cId="1431423060" sldId="565"/>
            <ac:spMk id="21" creationId="{F0B63E84-ADAE-5126-F27B-970AB3E9DEE3}"/>
          </ac:spMkLst>
        </pc:spChg>
        <pc:spChg chg="add mod">
          <ac:chgData name="贵斌 任" userId="bf69534e0d83a1ae" providerId="LiveId" clId="{16E96CA4-9853-5F41-B31C-69CDF084413F}" dt="2023-05-05T22:18:03.882" v="17909" actId="14100"/>
          <ac:spMkLst>
            <pc:docMk/>
            <pc:sldMk cId="1431423060" sldId="565"/>
            <ac:spMk id="22" creationId="{BBD3A93B-8DA1-8525-FAAC-854A211580D5}"/>
          </ac:spMkLst>
        </pc:spChg>
        <pc:spChg chg="add mod">
          <ac:chgData name="贵斌 任" userId="bf69534e0d83a1ae" providerId="LiveId" clId="{16E96CA4-9853-5F41-B31C-69CDF084413F}" dt="2023-05-05T22:18:14.100" v="17918" actId="14100"/>
          <ac:spMkLst>
            <pc:docMk/>
            <pc:sldMk cId="1431423060" sldId="565"/>
            <ac:spMk id="23" creationId="{1D10088E-EBAC-74B7-EBA7-E0B72370F331}"/>
          </ac:spMkLst>
        </pc:spChg>
        <pc:spChg chg="add mod">
          <ac:chgData name="贵斌 任" userId="bf69534e0d83a1ae" providerId="LiveId" clId="{16E96CA4-9853-5F41-B31C-69CDF084413F}" dt="2023-05-05T22:18:20.058" v="17933" actId="1036"/>
          <ac:spMkLst>
            <pc:docMk/>
            <pc:sldMk cId="1431423060" sldId="565"/>
            <ac:spMk id="24" creationId="{CBC1DDAB-C773-2028-96FE-A7D50FE9DA27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26" creationId="{AC419A82-6605-9C9B-6EA9-53EDFBAD45AA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27" creationId="{0FA4DE6A-ADC4-9C7F-8614-B5EC3B0BE4CE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28" creationId="{039EAFD6-7240-1D7F-44A9-2827297B0592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29" creationId="{954E7534-E9BC-9067-0848-7BF9B31E7538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37" creationId="{878891B7-50D4-E151-9DD2-77FF0DA2F92E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38" creationId="{38814ECE-66B4-2836-F4AE-406CE4812E8E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39" creationId="{C6928257-9393-8FBC-3C86-21F69D875A0E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40" creationId="{E0B77780-07F4-86B3-3ED1-CA9F46D01C95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41" creationId="{BCE9BCD0-1BD8-DFF0-EBF1-3B7E1EE3B120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42" creationId="{175D129E-2697-B4BD-6812-ED09E108520B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43" creationId="{8DFE0F5A-C075-FBD5-4FDD-4B1996638D88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44" creationId="{F31C6FB2-577D-B1B2-F7E0-564A902A72FA}"/>
          </ac:spMkLst>
        </pc:spChg>
        <pc:spChg chg="add del mod">
          <ac:chgData name="贵斌 任" userId="bf69534e0d83a1ae" providerId="LiveId" clId="{16E96CA4-9853-5F41-B31C-69CDF084413F}" dt="2023-05-05T22:15:43.619" v="17820" actId="478"/>
          <ac:spMkLst>
            <pc:docMk/>
            <pc:sldMk cId="1431423060" sldId="565"/>
            <ac:spMk id="45" creationId="{67B883DF-CE34-F270-A002-A49CCDAA7BF2}"/>
          </ac:spMkLst>
        </pc:spChg>
        <pc:spChg chg="add del mod">
          <ac:chgData name="贵斌 任" userId="bf69534e0d83a1ae" providerId="LiveId" clId="{16E96CA4-9853-5F41-B31C-69CDF084413F}" dt="2023-05-05T22:15:50.965" v="17822" actId="478"/>
          <ac:spMkLst>
            <pc:docMk/>
            <pc:sldMk cId="1431423060" sldId="565"/>
            <ac:spMk id="46" creationId="{116F1166-3EBE-B506-3F83-12EC5809ECDD}"/>
          </ac:spMkLst>
        </pc:spChg>
        <pc:spChg chg="add del mod">
          <ac:chgData name="贵斌 任" userId="bf69534e0d83a1ae" providerId="LiveId" clId="{16E96CA4-9853-5F41-B31C-69CDF084413F}" dt="2023-05-05T22:15:50.965" v="17822" actId="478"/>
          <ac:spMkLst>
            <pc:docMk/>
            <pc:sldMk cId="1431423060" sldId="565"/>
            <ac:spMk id="47" creationId="{AFB34047-B2DF-CFF0-10F8-5CA71D5E07DB}"/>
          </ac:spMkLst>
        </pc:spChg>
        <pc:spChg chg="add del mod">
          <ac:chgData name="贵斌 任" userId="bf69534e0d83a1ae" providerId="LiveId" clId="{16E96CA4-9853-5F41-B31C-69CDF084413F}" dt="2023-05-05T22:15:50.965" v="17822" actId="478"/>
          <ac:spMkLst>
            <pc:docMk/>
            <pc:sldMk cId="1431423060" sldId="565"/>
            <ac:spMk id="48" creationId="{B626ECB0-1F6A-FB42-694E-5F73E2FE7CC3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53" creationId="{249E5527-1537-6B97-8D42-1729CD60A682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54" creationId="{BCADF956-FCB0-57F2-4436-0B956641E263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55" creationId="{03AF89D1-620B-AFCF-9453-11B68D6AD3EE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56" creationId="{3BDDF164-2A27-EEA0-EA7D-3AD4704E1198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57" creationId="{CFA87F89-DF8B-00A4-B31C-2243BA861774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58" creationId="{B5042F6C-76C1-1598-A4D9-62C2AE8B5CED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59" creationId="{BD930CF2-7170-C21F-D961-1D3754CC6C9C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0" creationId="{573CCD8E-5B6A-7FAD-AEB8-BFAB369BE29D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1" creationId="{FF9FB2C4-A3FE-130A-6760-FFC052F2FEE5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3" creationId="{71F552B9-01E1-2120-3E1F-F7FA8A81545D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4" creationId="{DD6FD1DD-DB30-4325-1535-8A695C9BD359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5" creationId="{B9207552-66CE-E615-C18D-33C85E3BD9EA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6" creationId="{4A24B5B2-A104-E4DF-E4DC-C6D89EC82326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7" creationId="{B656455E-D2CB-188B-6110-84015EEB8B7F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8" creationId="{10EED2AD-C651-B02A-88CE-C52CAEF48EA8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69" creationId="{8802381B-9E1D-A151-DFB9-9DDA7328FCFD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77" creationId="{7420D9EF-E277-4561-9F50-4F664D9835FF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78" creationId="{84E0F85C-1854-2D2E-84ED-EC0F256D0B9A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79" creationId="{F8785746-0D83-A669-A0F1-DD9A95FAE7DA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0" creationId="{F7E5663C-7065-A649-8588-D6443B12EEEC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1" creationId="{D1DF645F-1C48-4973-08FC-729182F6C4CF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2" creationId="{1DB24AFD-9CD3-3736-B575-66D28B51F246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3" creationId="{E6957844-698F-F5E8-42E6-E1ED32614D78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4" creationId="{4CB8C20C-4285-4733-A0C3-36953B7E2F5B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5" creationId="{2B6B657A-5A0A-3E2F-2991-13136722BE65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6" creationId="{A25CA32C-D46F-F0DF-B28A-C4DF25EBC5B8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7" creationId="{9DC4AB8E-C747-17E7-F1E7-CD11AB98C1F2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8" creationId="{2FFB7044-5DC6-41E3-583B-55421D964C32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89" creationId="{5C47F29F-EA9A-B11E-F47C-CDEB97625413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0" creationId="{A9F7227B-4D4B-82C1-2A9A-B8F4C61D0540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1" creationId="{8854FA0C-9E3C-B98E-5180-0E73F3951603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2" creationId="{102E4807-3FDC-1D42-2BB6-CD6ACC0F653B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3" creationId="{6B1986F8-F6EA-2510-2678-7F1C9590EE49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4" creationId="{0E04DDF0-70BC-F20B-A6F7-49BCAB9BB732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5" creationId="{555CDDA0-9970-96EE-0EFA-62AE804CD33F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6" creationId="{417A9220-AC9B-5D5B-44C3-1CC230D09832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7" creationId="{536A81A4-52F1-5F11-A687-CF37C332649C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8" creationId="{1E3F7FF3-647F-DDBD-1D7C-F3378FB97BE1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99" creationId="{150E9BA8-201A-7015-9D40-0076A77FA233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0" creationId="{9FEF4BE3-C5BF-B0F7-893D-5D31ECEACC43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1" creationId="{46702311-E5AC-01FE-26C9-A45F9BC490D1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2" creationId="{33C37823-9D4E-0B9E-A43E-BD7E242D2B2C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3" creationId="{79CC139B-109D-3619-D51C-9A73556D64FC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4" creationId="{C84E9080-FF8C-1751-0715-AB5788678C56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5" creationId="{2B3DA616-B557-5EF0-5A6B-28F9B71D5501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6" creationId="{A9FFF2B7-B9D2-DE4A-BCC0-8C5DB58DCC03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7" creationId="{F5EA326D-B351-E510-F713-84BE3E32D607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8" creationId="{86364B45-8A14-2308-BBEB-9AD0B4E87C65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09" creationId="{4498D69C-0B5D-CC8A-FE81-1DDD3448D067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0" creationId="{430CF178-70B1-9820-74C5-5EBE52389EEE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1" creationId="{42CF0C3D-B74C-581C-6200-6227CF55512B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2" creationId="{3FC8AFF0-6C9B-BA4C-E58F-3F352CA0405F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3" creationId="{E76B7F4D-2E5E-2CCD-3C80-B9DFA45FB552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4" creationId="{12BD89CF-AAF9-9713-DF0A-69A9F34412BA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5" creationId="{FDA1F128-8D93-0F36-D4A3-5318B1B5FCB7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6" creationId="{94BE24D9-BFDE-FFEA-D082-F8091410F57C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7" creationId="{401E4EEC-E4CC-9FB0-25D5-DD2A276BE957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8" creationId="{7DE254C9-D078-D15C-36FF-9A07828EC2A3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19" creationId="{31A57D10-30CC-FD5B-B7DA-32CD9708BEBA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20" creationId="{68A3810B-67A5-EFBB-BACC-7C4535E6AFBD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21" creationId="{8DB8B2D6-A571-1EE4-2A3C-3846A35DD575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22" creationId="{C5851BDF-E9D7-7E12-05B9-A18CB9967BC5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23" creationId="{A83367A7-BD4F-172C-A890-AE3A415757FC}"/>
          </ac:spMkLst>
        </pc:spChg>
        <pc:spChg chg="mod">
          <ac:chgData name="贵斌 任" userId="bf69534e0d83a1ae" providerId="LiveId" clId="{16E96CA4-9853-5F41-B31C-69CDF084413F}" dt="2023-05-05T22:15:08.306" v="17783"/>
          <ac:spMkLst>
            <pc:docMk/>
            <pc:sldMk cId="1431423060" sldId="565"/>
            <ac:spMk id="124" creationId="{AAB3665E-6320-4070-672D-EF38148523A8}"/>
          </ac:spMkLst>
        </pc:spChg>
        <pc:spChg chg="add del mod">
          <ac:chgData name="贵斌 任" userId="bf69534e0d83a1ae" providerId="LiveId" clId="{16E96CA4-9853-5F41-B31C-69CDF084413F}" dt="2023-05-05T22:20:59.592" v="17979"/>
          <ac:spMkLst>
            <pc:docMk/>
            <pc:sldMk cId="1431423060" sldId="565"/>
            <ac:spMk id="137" creationId="{9331985B-A0EA-BA3B-13A4-9DD4F7764DA6}"/>
          </ac:spMkLst>
        </pc:spChg>
        <pc:grpChg chg="add del mod">
          <ac:chgData name="贵斌 任" userId="bf69534e0d83a1ae" providerId="LiveId" clId="{16E96CA4-9853-5F41-B31C-69CDF084413F}" dt="2023-05-05T22:15:53.904" v="17823" actId="478"/>
          <ac:grpSpMkLst>
            <pc:docMk/>
            <pc:sldMk cId="1431423060" sldId="565"/>
            <ac:grpSpMk id="25" creationId="{86132880-26DC-342E-00E8-99D616C662A8}"/>
          </ac:grpSpMkLst>
        </pc:grpChg>
        <pc:grpChg chg="mod">
          <ac:chgData name="贵斌 任" userId="bf69534e0d83a1ae" providerId="LiveId" clId="{16E96CA4-9853-5F41-B31C-69CDF084413F}" dt="2023-05-05T22:15:08.306" v="17783"/>
          <ac:grpSpMkLst>
            <pc:docMk/>
            <pc:sldMk cId="1431423060" sldId="565"/>
            <ac:grpSpMk id="36" creationId="{8E978D20-3A3A-BAC3-E3CE-F08E1A44CA46}"/>
          </ac:grpSpMkLst>
        </pc:grpChg>
        <pc:grpChg chg="add del mod">
          <ac:chgData name="贵斌 任" userId="bf69534e0d83a1ae" providerId="LiveId" clId="{16E96CA4-9853-5F41-B31C-69CDF084413F}" dt="2023-05-05T22:15:40.838" v="17819" actId="478"/>
          <ac:grpSpMkLst>
            <pc:docMk/>
            <pc:sldMk cId="1431423060" sldId="565"/>
            <ac:grpSpMk id="49" creationId="{A58FE882-2AD4-4DAE-F69E-B0A66B58F344}"/>
          </ac:grpSpMkLst>
        </pc:grpChg>
        <pc:grpChg chg="mod">
          <ac:chgData name="贵斌 任" userId="bf69534e0d83a1ae" providerId="LiveId" clId="{16E96CA4-9853-5F41-B31C-69CDF084413F}" dt="2023-05-05T22:15:08.306" v="17783"/>
          <ac:grpSpMkLst>
            <pc:docMk/>
            <pc:sldMk cId="1431423060" sldId="565"/>
            <ac:grpSpMk id="50" creationId="{31E784B3-4486-9206-6983-AB4B927C8802}"/>
          </ac:grpSpMkLst>
        </pc:grpChg>
        <pc:grpChg chg="mod">
          <ac:chgData name="贵斌 任" userId="bf69534e0d83a1ae" providerId="LiveId" clId="{16E96CA4-9853-5F41-B31C-69CDF084413F}" dt="2023-05-05T22:15:08.306" v="17783"/>
          <ac:grpSpMkLst>
            <pc:docMk/>
            <pc:sldMk cId="1431423060" sldId="565"/>
            <ac:grpSpMk id="51" creationId="{8527887D-589E-1AE4-86E3-CB35DD322D69}"/>
          </ac:grpSpMkLst>
        </pc:grpChg>
        <pc:grpChg chg="mod">
          <ac:chgData name="贵斌 任" userId="bf69534e0d83a1ae" providerId="LiveId" clId="{16E96CA4-9853-5F41-B31C-69CDF084413F}" dt="2023-05-05T22:15:08.306" v="17783"/>
          <ac:grpSpMkLst>
            <pc:docMk/>
            <pc:sldMk cId="1431423060" sldId="565"/>
            <ac:grpSpMk id="62" creationId="{E58A61A3-FC70-CF87-BF73-6FECF4E7446E}"/>
          </ac:grpSpMkLst>
        </pc:grpChg>
        <pc:graphicFrameChg chg="del">
          <ac:chgData name="贵斌 任" userId="bf69534e0d83a1ae" providerId="LiveId" clId="{16E96CA4-9853-5F41-B31C-69CDF084413F}" dt="2023-05-05T22:14:52.618" v="17781" actId="478"/>
          <ac:graphicFrameMkLst>
            <pc:docMk/>
            <pc:sldMk cId="1431423060" sldId="565"/>
            <ac:graphicFrameMk id="19" creationId="{00000000-0000-0000-0000-000000000000}"/>
          </ac:graphicFrameMkLst>
        </pc:graphicFrameChg>
        <pc:picChg chg="add mod">
          <ac:chgData name="贵斌 任" userId="bf69534e0d83a1ae" providerId="LiveId" clId="{16E96CA4-9853-5F41-B31C-69CDF084413F}" dt="2023-05-05T22:18:27.685" v="17944" actId="1035"/>
          <ac:picMkLst>
            <pc:docMk/>
            <pc:sldMk cId="1431423060" sldId="565"/>
            <ac:picMk id="2" creationId="{8A34F795-5244-1A67-4BF2-C29EB5E362B8}"/>
          </ac:picMkLst>
        </pc:picChg>
        <pc:picChg chg="add del mod">
          <ac:chgData name="贵斌 任" userId="bf69534e0d83a1ae" providerId="LiveId" clId="{16E96CA4-9853-5F41-B31C-69CDF084413F}" dt="2023-05-05T22:15:20.666" v="17788" actId="478"/>
          <ac:picMkLst>
            <pc:docMk/>
            <pc:sldMk cId="1431423060" sldId="565"/>
            <ac:picMk id="17" creationId="{C19246F3-05AE-54FB-8D56-E7EF4F3F6F2A}"/>
          </ac:picMkLst>
        </pc:picChg>
        <pc:picChg chg="add del mod">
          <ac:chgData name="贵斌 任" userId="bf69534e0d83a1ae" providerId="LiveId" clId="{16E96CA4-9853-5F41-B31C-69CDF084413F}" dt="2023-05-05T22:15:11.789" v="17784" actId="478"/>
          <ac:picMkLst>
            <pc:docMk/>
            <pc:sldMk cId="1431423060" sldId="565"/>
            <ac:picMk id="20" creationId="{70F9903E-3261-DCFA-B9D2-8A30A9EFB541}"/>
          </ac:picMkLst>
        </pc:picChg>
        <pc:picChg chg="mod">
          <ac:chgData name="贵斌 任" userId="bf69534e0d83a1ae" providerId="LiveId" clId="{16E96CA4-9853-5F41-B31C-69CDF084413F}" dt="2023-05-05T22:15:08.306" v="17783"/>
          <ac:picMkLst>
            <pc:docMk/>
            <pc:sldMk cId="1431423060" sldId="565"/>
            <ac:picMk id="52" creationId="{32CF8ABE-7A94-7405-4190-65C1367A4B0D}"/>
          </ac:picMkLst>
        </pc:picChg>
        <pc:picChg chg="add del mod">
          <ac:chgData name="贵斌 任" userId="bf69534e0d83a1ae" providerId="LiveId" clId="{16E96CA4-9853-5F41-B31C-69CDF084413F}" dt="2023-05-05T22:20:59.592" v="17979"/>
          <ac:picMkLst>
            <pc:docMk/>
            <pc:sldMk cId="1431423060" sldId="565"/>
            <ac:picMk id="136" creationId="{C397FF25-02FB-AC45-7C87-05C3336F7CA8}"/>
          </ac:picMkLst>
        </pc:picChg>
        <pc:cxnChg chg="add mod">
          <ac:chgData name="贵斌 任" userId="bf69534e0d83a1ae" providerId="LiveId" clId="{16E96CA4-9853-5F41-B31C-69CDF084413F}" dt="2023-05-05T22:17:17.408" v="17875" actId="1076"/>
          <ac:cxnSpMkLst>
            <pc:docMk/>
            <pc:sldMk cId="1431423060" sldId="565"/>
            <ac:cxnSpMk id="5" creationId="{463E98EC-E8EF-8A7C-D151-1B40C2E5AB7C}"/>
          </ac:cxnSpMkLst>
        </pc:cxnChg>
        <pc:cxnChg chg="add mod">
          <ac:chgData name="贵斌 任" userId="bf69534e0d83a1ae" providerId="LiveId" clId="{16E96CA4-9853-5F41-B31C-69CDF084413F}" dt="2023-05-05T22:18:07.260" v="17914" actId="1036"/>
          <ac:cxnSpMkLst>
            <pc:docMk/>
            <pc:sldMk cId="1431423060" sldId="565"/>
            <ac:cxnSpMk id="8" creationId="{926F0446-3AAD-3861-F78A-A3CB8DD07E04}"/>
          </ac:cxnSpMkLst>
        </pc:cxnChg>
        <pc:cxnChg chg="add mod">
          <ac:chgData name="贵斌 任" userId="bf69534e0d83a1ae" providerId="LiveId" clId="{16E96CA4-9853-5F41-B31C-69CDF084413F}" dt="2023-05-05T22:18:20.058" v="17933" actId="1036"/>
          <ac:cxnSpMkLst>
            <pc:docMk/>
            <pc:sldMk cId="1431423060" sldId="565"/>
            <ac:cxnSpMk id="9" creationId="{9530F023-7835-2440-6FDC-FEABC28F10A8}"/>
          </ac:cxnSpMkLst>
        </pc:cxnChg>
        <pc:cxnChg chg="add mod">
          <ac:chgData name="贵斌 任" userId="bf69534e0d83a1ae" providerId="LiveId" clId="{16E96CA4-9853-5F41-B31C-69CDF084413F}" dt="2023-05-05T22:18:36.063" v="17946" actId="14100"/>
          <ac:cxnSpMkLst>
            <pc:docMk/>
            <pc:sldMk cId="1431423060" sldId="565"/>
            <ac:cxnSpMk id="10" creationId="{FDCE029D-15EF-613F-8954-FC228C3198C3}"/>
          </ac:cxnSpMkLst>
        </pc:cxnChg>
        <pc:cxnChg chg="add del mod">
          <ac:chgData name="贵斌 任" userId="bf69534e0d83a1ae" providerId="LiveId" clId="{16E96CA4-9853-5F41-B31C-69CDF084413F}" dt="2023-05-05T22:15:47.155" v="17821" actId="478"/>
          <ac:cxnSpMkLst>
            <pc:docMk/>
            <pc:sldMk cId="1431423060" sldId="565"/>
            <ac:cxnSpMk id="11" creationId="{DE4D7FBB-3307-E126-22AD-27FF7D162149}"/>
          </ac:cxnSpMkLst>
        </pc:cxnChg>
        <pc:cxnChg chg="add mod">
          <ac:chgData name="贵斌 任" userId="bf69534e0d83a1ae" providerId="LiveId" clId="{16E96CA4-9853-5F41-B31C-69CDF084413F}" dt="2023-05-05T22:17:48.110" v="17903" actId="1036"/>
          <ac:cxnSpMkLst>
            <pc:docMk/>
            <pc:sldMk cId="1431423060" sldId="565"/>
            <ac:cxnSpMk id="12" creationId="{3979E313-9FDC-6BFE-6C45-E692C65190BD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30" creationId="{64B7CB8B-9F58-D16A-1D42-F339B91A1931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31" creationId="{7F1CBF1D-9320-1515-1CDE-FD6541DF2AA9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32" creationId="{8CFFE87D-8B3D-8C09-BA65-519C14A00F97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33" creationId="{6729E69E-4D07-8578-94BB-D41DC1FD3C07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34" creationId="{BDECA245-0C47-81D4-3F1E-AD77D605B507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35" creationId="{5E002AA7-F34A-E403-5C2D-0381B403156E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70" creationId="{F0D9C878-0706-EF2F-0F40-4971AEADD29E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71" creationId="{FA4E0D63-BB8D-226F-DF9B-D47CC592FB2B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72" creationId="{3D766E5B-99AD-ED7C-75EA-BBB85FA45AFC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73" creationId="{E65540FE-D6BF-49BF-8F5D-40420DA11356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74" creationId="{F42C195A-93DB-A51E-2E0C-61B3C3F6A8A3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75" creationId="{BB1E61FF-B7B0-C1E8-3583-CE56C02A90EA}"/>
          </ac:cxnSpMkLst>
        </pc:cxnChg>
        <pc:cxnChg chg="mod">
          <ac:chgData name="贵斌 任" userId="bf69534e0d83a1ae" providerId="LiveId" clId="{16E96CA4-9853-5F41-B31C-69CDF084413F}" dt="2023-05-05T22:15:08.306" v="17783"/>
          <ac:cxnSpMkLst>
            <pc:docMk/>
            <pc:sldMk cId="1431423060" sldId="565"/>
            <ac:cxnSpMk id="76" creationId="{97EA62D9-CBF2-2A3B-C07D-E1AA8B7709A1}"/>
          </ac:cxnSpMkLst>
        </pc:cxnChg>
      </pc:sldChg>
      <pc:sldChg chg="addSp delSp modSp add mod modNotesTx">
        <pc:chgData name="贵斌 任" userId="bf69534e0d83a1ae" providerId="LiveId" clId="{16E96CA4-9853-5F41-B31C-69CDF084413F}" dt="2023-05-05T22:54:57.359" v="19317" actId="20577"/>
        <pc:sldMkLst>
          <pc:docMk/>
          <pc:sldMk cId="1631515096" sldId="566"/>
        </pc:sldMkLst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3" creationId="{3939DA11-2E49-1A67-47C8-72F7655DC885}"/>
          </ac:spMkLst>
        </pc:spChg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4" creationId="{5ACDF089-9CB1-5330-F5BE-E96035CBE337}"/>
          </ac:spMkLst>
        </pc:spChg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6" creationId="{24306AA8-ED45-9181-7A90-7C77E07AD83D}"/>
          </ac:spMkLst>
        </pc:spChg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7" creationId="{77A36DA2-3500-0B58-363E-6E7A51B11EDB}"/>
          </ac:spMkLst>
        </pc:spChg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13" creationId="{02D37273-3503-3D9D-5D5D-7AB09B2C4AF7}"/>
          </ac:spMkLst>
        </pc:spChg>
        <pc:spChg chg="add mod">
          <ac:chgData name="贵斌 任" userId="bf69534e0d83a1ae" providerId="LiveId" clId="{16E96CA4-9853-5F41-B31C-69CDF084413F}" dt="2023-05-05T22:39:56.490" v="18913" actId="1076"/>
          <ac:spMkLst>
            <pc:docMk/>
            <pc:sldMk cId="1631515096" sldId="566"/>
            <ac:spMk id="15" creationId="{8C4B2145-51F4-8BDC-6200-72C6CBDF998D}"/>
          </ac:spMkLst>
        </pc:spChg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16" creationId="{CDD0CBA3-4F9E-5BA7-D1AC-CFDEC8EF1477}"/>
          </ac:spMkLst>
        </pc:spChg>
        <pc:spChg chg="add mod">
          <ac:chgData name="贵斌 任" userId="bf69534e0d83a1ae" providerId="LiveId" clId="{16E96CA4-9853-5F41-B31C-69CDF084413F}" dt="2023-05-05T22:40:10.125" v="18933" actId="1035"/>
          <ac:spMkLst>
            <pc:docMk/>
            <pc:sldMk cId="1631515096" sldId="566"/>
            <ac:spMk id="17" creationId="{6A13CFB2-34FA-D205-85DB-9D0E7626AA45}"/>
          </ac:spMkLst>
        </pc:spChg>
        <pc:spChg chg="mod">
          <ac:chgData name="贵斌 任" userId="bf69534e0d83a1ae" providerId="LiveId" clId="{16E96CA4-9853-5F41-B31C-69CDF084413F}" dt="2023-05-05T22:39:38.808" v="18892" actId="14100"/>
          <ac:spMkLst>
            <pc:docMk/>
            <pc:sldMk cId="1631515096" sldId="566"/>
            <ac:spMk id="18" creationId="{00000000-0000-0000-0000-000000000000}"/>
          </ac:spMkLst>
        </pc:spChg>
        <pc:spChg chg="add mod">
          <ac:chgData name="贵斌 任" userId="bf69534e0d83a1ae" providerId="LiveId" clId="{16E96CA4-9853-5F41-B31C-69CDF084413F}" dt="2023-05-05T22:40:13.943" v="18936" actId="1035"/>
          <ac:spMkLst>
            <pc:docMk/>
            <pc:sldMk cId="1631515096" sldId="566"/>
            <ac:spMk id="19" creationId="{F05058D8-39A8-CF47-AD39-6DDAA671E309}"/>
          </ac:spMkLst>
        </pc:spChg>
        <pc:spChg chg="add mod">
          <ac:chgData name="贵斌 任" userId="bf69534e0d83a1ae" providerId="LiveId" clId="{16E96CA4-9853-5F41-B31C-69CDF084413F}" dt="2023-05-05T22:39:56.490" v="18913" actId="1076"/>
          <ac:spMkLst>
            <pc:docMk/>
            <pc:sldMk cId="1631515096" sldId="566"/>
            <ac:spMk id="20" creationId="{B9382B81-FDAB-790C-228C-FA8F5A43E427}"/>
          </ac:spMkLst>
        </pc:spChg>
        <pc:spChg chg="add mod">
          <ac:chgData name="贵斌 任" userId="bf69534e0d83a1ae" providerId="LiveId" clId="{16E96CA4-9853-5F41-B31C-69CDF084413F}" dt="2023-05-05T22:39:56.490" v="18913" actId="1076"/>
          <ac:spMkLst>
            <pc:docMk/>
            <pc:sldMk cId="1631515096" sldId="566"/>
            <ac:spMk id="21" creationId="{09A6C30D-8561-BA81-8A51-FEAB0EA34011}"/>
          </ac:spMkLst>
        </pc:spChg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22" creationId="{BBD3A93B-8DA1-8525-FAAC-854A211580D5}"/>
          </ac:spMkLst>
        </pc:spChg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23" creationId="{1D10088E-EBAC-74B7-EBA7-E0B72370F331}"/>
          </ac:spMkLst>
        </pc:spChg>
        <pc:spChg chg="del">
          <ac:chgData name="贵斌 任" userId="bf69534e0d83a1ae" providerId="LiveId" clId="{16E96CA4-9853-5F41-B31C-69CDF084413F}" dt="2023-05-05T22:19:12.898" v="17948" actId="478"/>
          <ac:spMkLst>
            <pc:docMk/>
            <pc:sldMk cId="1631515096" sldId="566"/>
            <ac:spMk id="24" creationId="{CBC1DDAB-C773-2028-96FE-A7D50FE9DA27}"/>
          </ac:spMkLst>
        </pc:spChg>
        <pc:graphicFrameChg chg="add mod modGraphic">
          <ac:chgData name="贵斌 任" userId="bf69534e0d83a1ae" providerId="LiveId" clId="{16E96CA4-9853-5F41-B31C-69CDF084413F}" dt="2023-05-05T22:54:57.359" v="19317" actId="20577"/>
          <ac:graphicFrameMkLst>
            <pc:docMk/>
            <pc:sldMk cId="1631515096" sldId="566"/>
            <ac:graphicFrameMk id="11" creationId="{F4FFCDC8-DFAE-39B5-B21E-885FAD7D59FA}"/>
          </ac:graphicFrameMkLst>
        </pc:graphicFrameChg>
        <pc:picChg chg="del">
          <ac:chgData name="贵斌 任" userId="bf69534e0d83a1ae" providerId="LiveId" clId="{16E96CA4-9853-5F41-B31C-69CDF084413F}" dt="2023-05-05T22:19:12.898" v="17948" actId="478"/>
          <ac:picMkLst>
            <pc:docMk/>
            <pc:sldMk cId="1631515096" sldId="566"/>
            <ac:picMk id="2" creationId="{8A34F795-5244-1A67-4BF2-C29EB5E362B8}"/>
          </ac:picMkLst>
        </pc:picChg>
        <pc:picChg chg="add mod">
          <ac:chgData name="贵斌 任" userId="bf69534e0d83a1ae" providerId="LiveId" clId="{16E96CA4-9853-5F41-B31C-69CDF084413F}" dt="2023-05-05T22:39:56.490" v="18913" actId="1076"/>
          <ac:picMkLst>
            <pc:docMk/>
            <pc:sldMk cId="1631515096" sldId="566"/>
            <ac:picMk id="14" creationId="{B7A4157A-6B4E-CC84-C704-7D4C0AF5AADB}"/>
          </ac:picMkLst>
        </pc:picChg>
        <pc:cxnChg chg="del">
          <ac:chgData name="贵斌 任" userId="bf69534e0d83a1ae" providerId="LiveId" clId="{16E96CA4-9853-5F41-B31C-69CDF084413F}" dt="2023-05-05T22:19:12.898" v="17948" actId="478"/>
          <ac:cxnSpMkLst>
            <pc:docMk/>
            <pc:sldMk cId="1631515096" sldId="566"/>
            <ac:cxnSpMk id="5" creationId="{463E98EC-E8EF-8A7C-D151-1B40C2E5AB7C}"/>
          </ac:cxnSpMkLst>
        </pc:cxnChg>
        <pc:cxnChg chg="del">
          <ac:chgData name="贵斌 任" userId="bf69534e0d83a1ae" providerId="LiveId" clId="{16E96CA4-9853-5F41-B31C-69CDF084413F}" dt="2023-05-05T22:19:12.898" v="17948" actId="478"/>
          <ac:cxnSpMkLst>
            <pc:docMk/>
            <pc:sldMk cId="1631515096" sldId="566"/>
            <ac:cxnSpMk id="8" creationId="{926F0446-3AAD-3861-F78A-A3CB8DD07E04}"/>
          </ac:cxnSpMkLst>
        </pc:cxnChg>
        <pc:cxnChg chg="del">
          <ac:chgData name="贵斌 任" userId="bf69534e0d83a1ae" providerId="LiveId" clId="{16E96CA4-9853-5F41-B31C-69CDF084413F}" dt="2023-05-05T22:19:12.898" v="17948" actId="478"/>
          <ac:cxnSpMkLst>
            <pc:docMk/>
            <pc:sldMk cId="1631515096" sldId="566"/>
            <ac:cxnSpMk id="9" creationId="{9530F023-7835-2440-6FDC-FEABC28F10A8}"/>
          </ac:cxnSpMkLst>
        </pc:cxnChg>
        <pc:cxnChg chg="del">
          <ac:chgData name="贵斌 任" userId="bf69534e0d83a1ae" providerId="LiveId" clId="{16E96CA4-9853-5F41-B31C-69CDF084413F}" dt="2023-05-05T22:19:12.898" v="17948" actId="478"/>
          <ac:cxnSpMkLst>
            <pc:docMk/>
            <pc:sldMk cId="1631515096" sldId="566"/>
            <ac:cxnSpMk id="10" creationId="{FDCE029D-15EF-613F-8954-FC228C3198C3}"/>
          </ac:cxnSpMkLst>
        </pc:cxnChg>
        <pc:cxnChg chg="del">
          <ac:chgData name="贵斌 任" userId="bf69534e0d83a1ae" providerId="LiveId" clId="{16E96CA4-9853-5F41-B31C-69CDF084413F}" dt="2023-05-05T22:19:12.898" v="17948" actId="478"/>
          <ac:cxnSpMkLst>
            <pc:docMk/>
            <pc:sldMk cId="1631515096" sldId="566"/>
            <ac:cxnSpMk id="12" creationId="{3979E313-9FDC-6BFE-6C45-E692C65190BD}"/>
          </ac:cxnSpMkLst>
        </pc:cxnChg>
      </pc:sldChg>
      <pc:sldChg chg="addSp delSp modSp add mod">
        <pc:chgData name="贵斌 任" userId="bf69534e0d83a1ae" providerId="LiveId" clId="{16E96CA4-9853-5F41-B31C-69CDF084413F}" dt="2023-05-05T23:08:00.226" v="19775" actId="20577"/>
        <pc:sldMkLst>
          <pc:docMk/>
          <pc:sldMk cId="4157768607" sldId="567"/>
        </pc:sldMkLst>
        <pc:spChg chg="add mod">
          <ac:chgData name="贵斌 任" userId="bf69534e0d83a1ae" providerId="LiveId" clId="{16E96CA4-9853-5F41-B31C-69CDF084413F}" dt="2023-05-05T22:31:25.858" v="18240" actId="1035"/>
          <ac:spMkLst>
            <pc:docMk/>
            <pc:sldMk cId="4157768607" sldId="567"/>
            <ac:spMk id="5" creationId="{A91701A9-8CAA-F181-5A66-21C3699E82F8}"/>
          </ac:spMkLst>
        </pc:spChg>
        <pc:spChg chg="mod">
          <ac:chgData name="贵斌 任" userId="bf69534e0d83a1ae" providerId="LiveId" clId="{16E96CA4-9853-5F41-B31C-69CDF084413F}" dt="2023-05-05T22:29:17.838" v="18154" actId="1076"/>
          <ac:spMkLst>
            <pc:docMk/>
            <pc:sldMk cId="4157768607" sldId="567"/>
            <ac:spMk id="6" creationId="{00000000-0000-0000-0000-000000000000}"/>
          </ac:spMkLst>
        </pc:spChg>
        <pc:spChg chg="add del mod">
          <ac:chgData name="贵斌 任" userId="bf69534e0d83a1ae" providerId="LiveId" clId="{16E96CA4-9853-5F41-B31C-69CDF084413F}" dt="2023-05-05T22:28:05.188" v="18078" actId="478"/>
          <ac:spMkLst>
            <pc:docMk/>
            <pc:sldMk cId="4157768607" sldId="567"/>
            <ac:spMk id="7" creationId="{D1609518-0525-3837-B898-A84110252A2F}"/>
          </ac:spMkLst>
        </pc:spChg>
        <pc:spChg chg="add mod">
          <ac:chgData name="贵斌 任" userId="bf69534e0d83a1ae" providerId="LiveId" clId="{16E96CA4-9853-5F41-B31C-69CDF084413F}" dt="2023-05-05T22:31:25.858" v="18240" actId="1035"/>
          <ac:spMkLst>
            <pc:docMk/>
            <pc:sldMk cId="4157768607" sldId="567"/>
            <ac:spMk id="8" creationId="{E80A4234-20C6-4BD2-499D-08853FDF3075}"/>
          </ac:spMkLst>
        </pc:spChg>
        <pc:spChg chg="add mod">
          <ac:chgData name="贵斌 任" userId="bf69534e0d83a1ae" providerId="LiveId" clId="{16E96CA4-9853-5F41-B31C-69CDF084413F}" dt="2023-05-05T22:31:25.858" v="18240" actId="1035"/>
          <ac:spMkLst>
            <pc:docMk/>
            <pc:sldMk cId="4157768607" sldId="567"/>
            <ac:spMk id="9" creationId="{314379B3-157A-755F-4F9E-EF815A1C4417}"/>
          </ac:spMkLst>
        </pc:spChg>
        <pc:spChg chg="add mod">
          <ac:chgData name="贵斌 任" userId="bf69534e0d83a1ae" providerId="LiveId" clId="{16E96CA4-9853-5F41-B31C-69CDF084413F}" dt="2023-05-05T22:31:34.527" v="18256" actId="1036"/>
          <ac:spMkLst>
            <pc:docMk/>
            <pc:sldMk cId="4157768607" sldId="567"/>
            <ac:spMk id="10" creationId="{C5CC9BBE-3FCE-B469-86DD-983B55C4C372}"/>
          </ac:spMkLst>
        </pc:spChg>
        <pc:spChg chg="add del mod">
          <ac:chgData name="贵斌 任" userId="bf69534e0d83a1ae" providerId="LiveId" clId="{16E96CA4-9853-5F41-B31C-69CDF084413F}" dt="2023-05-05T22:31:30.895" v="18244"/>
          <ac:spMkLst>
            <pc:docMk/>
            <pc:sldMk cId="4157768607" sldId="567"/>
            <ac:spMk id="11" creationId="{7190D75C-D77A-FF62-EC5D-58988EB6608D}"/>
          </ac:spMkLst>
        </pc:spChg>
        <pc:spChg chg="add del mod">
          <ac:chgData name="贵斌 任" userId="bf69534e0d83a1ae" providerId="LiveId" clId="{16E96CA4-9853-5F41-B31C-69CDF084413F}" dt="2023-05-05T22:31:36.120" v="18258"/>
          <ac:spMkLst>
            <pc:docMk/>
            <pc:sldMk cId="4157768607" sldId="567"/>
            <ac:spMk id="12" creationId="{A225A075-E073-26FD-6C68-523B3B86ED41}"/>
          </ac:spMkLst>
        </pc:spChg>
        <pc:graphicFrameChg chg="add mod modGraphic">
          <ac:chgData name="贵斌 任" userId="bf69534e0d83a1ae" providerId="LiveId" clId="{16E96CA4-9853-5F41-B31C-69CDF084413F}" dt="2023-05-05T23:08:00.226" v="19775" actId="20577"/>
          <ac:graphicFrameMkLst>
            <pc:docMk/>
            <pc:sldMk cId="4157768607" sldId="567"/>
            <ac:graphicFrameMk id="2" creationId="{C46282D9-7CA8-95A7-76A6-C1580CE494AD}"/>
          </ac:graphicFrameMkLst>
        </pc:graphicFrameChg>
        <pc:graphicFrameChg chg="del">
          <ac:chgData name="贵斌 任" userId="bf69534e0d83a1ae" providerId="LiveId" clId="{16E96CA4-9853-5F41-B31C-69CDF084413F}" dt="2023-05-05T22:26:36.010" v="18013" actId="478"/>
          <ac:graphicFrameMkLst>
            <pc:docMk/>
            <pc:sldMk cId="4157768607" sldId="567"/>
            <ac:graphicFrameMk id="3" creationId="{9D3DC41D-70D3-4143-9D2E-075D466E3C9B}"/>
          </ac:graphicFrameMkLst>
        </pc:graphicFrameChg>
        <pc:picChg chg="add mod">
          <ac:chgData name="贵斌 任" userId="bf69534e0d83a1ae" providerId="LiveId" clId="{16E96CA4-9853-5F41-B31C-69CDF084413F}" dt="2023-05-05T22:31:25.858" v="18240" actId="1035"/>
          <ac:picMkLst>
            <pc:docMk/>
            <pc:sldMk cId="4157768607" sldId="567"/>
            <ac:picMk id="4" creationId="{4B808892-45C9-FB52-9558-15E6A5136DC0}"/>
          </ac:picMkLst>
        </pc:picChg>
      </pc:sldChg>
      <pc:sldChg chg="addSp delSp modSp add del mod">
        <pc:chgData name="贵斌 任" userId="bf69534e0d83a1ae" providerId="LiveId" clId="{16E96CA4-9853-5F41-B31C-69CDF084413F}" dt="2023-05-05T22:53:07.479" v="19270" actId="2696"/>
        <pc:sldMkLst>
          <pc:docMk/>
          <pc:sldMk cId="1761007074" sldId="568"/>
        </pc:sldMkLst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2" creationId="{466BFC88-D1E5-F74A-817B-71DED80541B7}"/>
          </ac:spMkLst>
        </pc:spChg>
        <pc:spChg chg="add del mod">
          <ac:chgData name="贵斌 任" userId="bf69534e0d83a1ae" providerId="LiveId" clId="{16E96CA4-9853-5F41-B31C-69CDF084413F}" dt="2023-05-05T22:42:37.995" v="18996" actId="478"/>
          <ac:spMkLst>
            <pc:docMk/>
            <pc:sldMk cId="1761007074" sldId="568"/>
            <ac:spMk id="3" creationId="{2C5DB88E-19E2-F387-A4A1-5298626ECCAC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5" creationId="{06F07F17-7B20-B3E7-DC03-CA9D687BA58E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6" creationId="{00000000-0000-0000-0000-000000000000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7" creationId="{CE92D592-6E75-4E07-8EFE-A982FC462A17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8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9" creationId="{00000000-0000-0000-0000-000000000000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5" creationId="{CB4F4BA3-A09D-558A-9A63-E602CFC6F031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16" creationId="{00000000-0000-0000-0000-000000000000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7" creationId="{9AD90294-CD7C-7A32-46FC-8CB9905150FB}"/>
          </ac:spMkLst>
        </pc:spChg>
        <pc:spChg chg="mod">
          <ac:chgData name="贵斌 任" userId="bf69534e0d83a1ae" providerId="LiveId" clId="{16E96CA4-9853-5F41-B31C-69CDF084413F}" dt="2023-05-05T22:41:53.098" v="18987" actId="14100"/>
          <ac:spMkLst>
            <pc:docMk/>
            <pc:sldMk cId="1761007074" sldId="568"/>
            <ac:spMk id="18" creationId="{00000000-0000-0000-0000-000000000000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21" creationId="{99DE63FB-1AC4-68FD-EE08-2950056F8E8C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22" creationId="{9442730B-D5CD-43A6-C47E-A6495530FB71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23" creationId="{B0E77506-9CEA-3DA7-3A45-83EF115D8876}"/>
          </ac:spMkLst>
        </pc:spChg>
        <pc:spChg chg="add del mod">
          <ac:chgData name="贵斌 任" userId="bf69534e0d83a1ae" providerId="LiveId" clId="{16E96CA4-9853-5F41-B31C-69CDF084413F}" dt="2023-05-05T22:42:37.995" v="18996" actId="478"/>
          <ac:spMkLst>
            <pc:docMk/>
            <pc:sldMk cId="1761007074" sldId="568"/>
            <ac:spMk id="24" creationId="{A328B481-6F8F-C7B4-E034-88597546EEDC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25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26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27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28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29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30" creationId="{00000000-0000-0000-0000-000000000000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32" creationId="{F3E9670F-E6EF-C07E-D7DC-F635BFE0B86C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33" creationId="{A926C20D-C705-A11F-8A6D-C45B4C034914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34" creationId="{A2CB6200-7782-95EA-9925-6C89D8129E2A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35" creationId="{ECBAA2ED-635B-C982-B059-B3CF50BDD77A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38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39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0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1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2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3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4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5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6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7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8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49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50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52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53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55" creationId="{00000000-0000-0000-0000-000000000000}"/>
          </ac:spMkLst>
        </pc:spChg>
        <pc:spChg chg="del">
          <ac:chgData name="贵斌 任" userId="bf69534e0d83a1ae" providerId="LiveId" clId="{16E96CA4-9853-5F41-B31C-69CDF084413F}" dt="2023-05-05T22:41:21.560" v="18970" actId="478"/>
          <ac:spMkLst>
            <pc:docMk/>
            <pc:sldMk cId="1761007074" sldId="568"/>
            <ac:spMk id="56" creationId="{00000000-0000-0000-0000-000000000000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0" creationId="{0A5F45A4-01A1-0B4B-1D5C-AC805A78627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1" creationId="{CD94C3A5-369D-C0F2-D6D8-8D408C3933F2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2" creationId="{146AFDED-95FF-9730-5F4D-0D23F8314CE4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3" creationId="{83BC6671-271B-7CB8-4078-1AA665F704B7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4" creationId="{46BC6F3A-8C69-F1C7-1B4C-556E970DB636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5" creationId="{E1E037D0-0F06-47F9-70AD-FF3EB568F126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6" creationId="{DF2DFBB2-8DEE-8D34-7E1F-F17C2BAD2FA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7" creationId="{7FEB7047-B68A-E939-1D10-B00423E73193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8" creationId="{FA6D54E1-58FC-FDED-5682-C87B0636DAC1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69" creationId="{09950A28-3C15-20F6-8649-05AD1DDEF9DE}"/>
          </ac:spMkLst>
        </pc:spChg>
        <pc:spChg chg="add 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70" creationId="{86C26D06-DCA9-0D7B-FB29-F9490F70DC44}"/>
          </ac:spMkLst>
        </pc:spChg>
        <pc:spChg chg="add del mod">
          <ac:chgData name="贵斌 任" userId="bf69534e0d83a1ae" providerId="LiveId" clId="{16E96CA4-9853-5F41-B31C-69CDF084413F}" dt="2023-05-05T22:42:37.995" v="18996" actId="478"/>
          <ac:spMkLst>
            <pc:docMk/>
            <pc:sldMk cId="1761007074" sldId="568"/>
            <ac:spMk id="71" creationId="{E8F5CBE4-C957-E5BF-8DF9-813FA44D37A8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76" creationId="{8C420968-AA7E-7C17-A597-5DDAE274ED3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77" creationId="{226DECE3-C885-AEEA-AD40-89181F21CDB0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78" creationId="{86852F0D-F731-C54A-7F35-780106F42E30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79" creationId="{99C88083-6D6A-4E01-F10E-B285294B2590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0" creationId="{2C5F392D-84CC-01E5-5368-7B14B4209AD2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1" creationId="{95E2C6E6-227F-478C-0275-392024B29BDF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2" creationId="{B4B82E68-1743-ACD5-B2A6-7B989A6A224E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3" creationId="{E539449D-F14E-9F27-5B33-8510B0D94CF8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4" creationId="{3FC7A1A0-F4B7-8FF8-2962-D6366FAE12EA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6" creationId="{FA8DC26D-CECE-52CB-1FD9-13C95B7901FE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7" creationId="{7D1D2586-5BFA-8DC4-ACD8-C4D8FB5C41EF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8" creationId="{136F77F0-2B78-0BC6-F1AD-12CE3EC9029D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89" creationId="{FD73F2E3-484E-71AC-4BEA-F1D1F7107E23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90" creationId="{EA819314-8F78-01EB-406B-639924E03B7A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91" creationId="{147BBB7F-8CF6-9FD7-BE84-3D86E96EF202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92" creationId="{BBDAE4B4-7D68-2CF1-19A5-E724F390ABC2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0" creationId="{CA6933BC-C0F0-4831-E00E-5355BB378711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1" creationId="{0998D12E-8AAD-3BB7-48C6-CB3BD92AB77A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2" creationId="{53399F8C-96BC-62AC-914C-A432BB480877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3" creationId="{2728F950-A283-10EE-C25A-4F1257CCF3BF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4" creationId="{9CAC43B6-C0C7-6441-E983-E4DCA2D6ADA9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5" creationId="{5DE758E6-B33F-ADB0-69E8-3D248B380702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6" creationId="{9D1DA1D4-4737-930D-CDD8-A47ECFE1C16A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7" creationId="{170D2323-1F4F-0DC1-1CFF-1C7C12F2881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8" creationId="{E7AFB59A-6718-A266-BFBE-E38A83BCDCD4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09" creationId="{5E08E3EE-F786-C20F-CBA3-E830196B7570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0" creationId="{3659F09F-4805-FB15-1D74-B3E812662447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1" creationId="{2F54422A-2872-387C-1F7A-A1CF67936D17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2" creationId="{DA779B65-35B9-BDCA-2687-1FD1DE584DB8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3" creationId="{589EB9F5-DEC3-F9C4-A96B-C542155B3C06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4" creationId="{E6355497-AD75-174D-FC66-720080C99B7C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5" creationId="{03E28E28-A020-FE62-E0EF-66EFBF7E8EF1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6" creationId="{D20D2858-B14D-4BD0-8AAF-78A75354A9F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7" creationId="{3FE0C17C-040F-69F1-D1CB-ADB046726028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8" creationId="{CAC79B50-85C7-1F05-DCFA-82C9A6951C22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19" creationId="{BD2585D3-B919-6DD8-4261-DB600F2D9D52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0" creationId="{C50B3A43-F175-9F93-B4E1-5D09F63B70CC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1" creationId="{D550DDA5-0EDF-5E4D-EB9A-A1103045C9F4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2" creationId="{C050B017-4246-CE0E-C07A-A96869CB82DC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3" creationId="{C402FDC3-39FA-973E-6B78-346B348DA5EF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4" creationId="{17E28D60-A208-67F0-47FF-63E81177B6A4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5" creationId="{BBE2AAD4-53B4-E341-F664-82DF3B57D54C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6" creationId="{C6D858D5-2820-71A6-1656-525F6177C3DF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7" creationId="{AC59C4AA-FF10-D182-3988-5D9A43D4E5C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8" creationId="{3C43AFAF-B520-DCA4-C6BD-5AE490C089B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29" creationId="{C9663CC9-1D65-93A9-838B-B05FC6EE51FC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0" creationId="{BC8B1CDC-F3E8-4D9B-2EEB-E4C93CE5724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1" creationId="{A523A181-2318-65E5-1911-1BE80834C275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2" creationId="{69409D5E-AF40-61F2-9008-AB848F49BE5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3" creationId="{3FEED2C9-C24A-CFD2-DFE2-CA7E19C795D6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4" creationId="{846CD3C5-1CAB-2AA9-0E63-36EBC9EEF627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5" creationId="{39322871-EEF7-16CE-360D-4D446A4EF5DB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6" creationId="{A9757B2E-5EC2-27EC-F710-F9F5A9F5F660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7" creationId="{3B708BB6-AF99-B08A-47C8-E8CC6E415CA5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8" creationId="{6796A1A0-08C7-B889-7AE3-E2BD4EDEB4A8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39" creationId="{94D4AB99-8713-47CD-D6B2-A7483308BAAD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40" creationId="{BF31C2E5-2A60-E93F-0280-8E349BC9DCB3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41" creationId="{17F65E1A-3948-0E1C-E555-912645AF0424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42" creationId="{9F7101BE-7828-2A07-66FF-8DB5928DEF41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43" creationId="{3DBD06E3-8A8C-DF13-19AD-BDC51BD5AA22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44" creationId="{54CC5EC5-E959-A709-750D-2111A73407C8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45" creationId="{D3D5A074-3E6A-4470-CAC9-CF0B91EBCF26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46" creationId="{6E58F9BB-9D14-A2C5-A25E-751DAE4D92AC}"/>
          </ac:spMkLst>
        </pc:spChg>
        <pc:spChg chg="mod">
          <ac:chgData name="贵斌 任" userId="bf69534e0d83a1ae" providerId="LiveId" clId="{16E96CA4-9853-5F41-B31C-69CDF084413F}" dt="2023-05-05T22:42:34.148" v="18995"/>
          <ac:spMkLst>
            <pc:docMk/>
            <pc:sldMk cId="1761007074" sldId="568"/>
            <ac:spMk id="147" creationId="{166004F0-22A0-9293-8503-57BE3D4A8A6A}"/>
          </ac:spMkLst>
        </pc:spChg>
        <pc:grpChg chg="add del mod">
          <ac:chgData name="贵斌 任" userId="bf69534e0d83a1ae" providerId="LiveId" clId="{16E96CA4-9853-5F41-B31C-69CDF084413F}" dt="2023-05-05T22:42:37.995" v="18996" actId="478"/>
          <ac:grpSpMkLst>
            <pc:docMk/>
            <pc:sldMk cId="1761007074" sldId="568"/>
            <ac:grpSpMk id="31" creationId="{B5C55406-B028-CD23-285B-816A2E54CD68}"/>
          </ac:grpSpMkLst>
        </pc:grpChg>
        <pc:grpChg chg="mod">
          <ac:chgData name="贵斌 任" userId="bf69534e0d83a1ae" providerId="LiveId" clId="{16E96CA4-9853-5F41-B31C-69CDF084413F}" dt="2023-05-05T22:42:34.148" v="18995"/>
          <ac:grpSpMkLst>
            <pc:docMk/>
            <pc:sldMk cId="1761007074" sldId="568"/>
            <ac:grpSpMk id="59" creationId="{FE00FB4A-3EA2-D1DC-3FF0-4C5A8B422D19}"/>
          </ac:grpSpMkLst>
        </pc:grpChg>
        <pc:grpChg chg="add del mod">
          <ac:chgData name="贵斌 任" userId="bf69534e0d83a1ae" providerId="LiveId" clId="{16E96CA4-9853-5F41-B31C-69CDF084413F}" dt="2023-05-05T22:42:37.995" v="18996" actId="478"/>
          <ac:grpSpMkLst>
            <pc:docMk/>
            <pc:sldMk cId="1761007074" sldId="568"/>
            <ac:grpSpMk id="72" creationId="{E9867872-E581-F0CF-5259-68E0F3C1BA44}"/>
          </ac:grpSpMkLst>
        </pc:grpChg>
        <pc:grpChg chg="mod">
          <ac:chgData name="贵斌 任" userId="bf69534e0d83a1ae" providerId="LiveId" clId="{16E96CA4-9853-5F41-B31C-69CDF084413F}" dt="2023-05-05T22:42:34.148" v="18995"/>
          <ac:grpSpMkLst>
            <pc:docMk/>
            <pc:sldMk cId="1761007074" sldId="568"/>
            <ac:grpSpMk id="73" creationId="{100867FB-7709-612D-8AF3-6F0A0B73F83F}"/>
          </ac:grpSpMkLst>
        </pc:grpChg>
        <pc:grpChg chg="mod">
          <ac:chgData name="贵斌 任" userId="bf69534e0d83a1ae" providerId="LiveId" clId="{16E96CA4-9853-5F41-B31C-69CDF084413F}" dt="2023-05-05T22:42:34.148" v="18995"/>
          <ac:grpSpMkLst>
            <pc:docMk/>
            <pc:sldMk cId="1761007074" sldId="568"/>
            <ac:grpSpMk id="74" creationId="{10F1D04E-EC6F-780C-FAF2-9024A1CABFF6}"/>
          </ac:grpSpMkLst>
        </pc:grpChg>
        <pc:grpChg chg="mod">
          <ac:chgData name="贵斌 任" userId="bf69534e0d83a1ae" providerId="LiveId" clId="{16E96CA4-9853-5F41-B31C-69CDF084413F}" dt="2023-05-05T22:42:34.148" v="18995"/>
          <ac:grpSpMkLst>
            <pc:docMk/>
            <pc:sldMk cId="1761007074" sldId="568"/>
            <ac:grpSpMk id="85" creationId="{01561CB6-354A-1F5F-7FE8-506F1793F043}"/>
          </ac:grpSpMkLst>
        </pc:grpChg>
        <pc:picChg chg="add mod">
          <ac:chgData name="贵斌 任" userId="bf69534e0d83a1ae" providerId="LiveId" clId="{16E96CA4-9853-5F41-B31C-69CDF084413F}" dt="2023-05-05T22:42:34.148" v="18995"/>
          <ac:picMkLst>
            <pc:docMk/>
            <pc:sldMk cId="1761007074" sldId="568"/>
            <ac:picMk id="19" creationId="{0E46E0D8-BB71-97DA-18ED-A8F791733548}"/>
          </ac:picMkLst>
        </pc:picChg>
        <pc:picChg chg="add mod">
          <ac:chgData name="贵斌 任" userId="bf69534e0d83a1ae" providerId="LiveId" clId="{16E96CA4-9853-5F41-B31C-69CDF084413F}" dt="2023-05-05T22:42:34.148" v="18995"/>
          <ac:picMkLst>
            <pc:docMk/>
            <pc:sldMk cId="1761007074" sldId="568"/>
            <ac:picMk id="20" creationId="{4E66DE58-DC80-FDC9-1B32-AA4E9405892E}"/>
          </ac:picMkLst>
        </pc:picChg>
        <pc:picChg chg="mod">
          <ac:chgData name="贵斌 任" userId="bf69534e0d83a1ae" providerId="LiveId" clId="{16E96CA4-9853-5F41-B31C-69CDF084413F}" dt="2023-05-05T22:42:34.148" v="18995"/>
          <ac:picMkLst>
            <pc:docMk/>
            <pc:sldMk cId="1761007074" sldId="568"/>
            <ac:picMk id="75" creationId="{17350186-9AB9-DC2A-EC8B-DE0652B76244}"/>
          </ac:picMkLst>
        </pc:picChg>
        <pc:cxnChg chg="add 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4" creationId="{14302BE1-2EE7-935D-003F-A02CECABFCAA}"/>
          </ac:cxnSpMkLst>
        </pc:cxnChg>
        <pc:cxnChg chg="add 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10" creationId="{C59E4712-7D8B-16A8-0C13-2963856FD431}"/>
          </ac:cxnSpMkLst>
        </pc:cxnChg>
        <pc:cxnChg chg="add del mod">
          <ac:chgData name="贵斌 任" userId="bf69534e0d83a1ae" providerId="LiveId" clId="{16E96CA4-9853-5F41-B31C-69CDF084413F}" dt="2023-05-05T22:42:37.995" v="18996" actId="478"/>
          <ac:cxnSpMkLst>
            <pc:docMk/>
            <pc:sldMk cId="1761007074" sldId="568"/>
            <ac:cxnSpMk id="11" creationId="{95B74E8E-78A2-C9B2-7897-8891AF7B646E}"/>
          </ac:cxnSpMkLst>
        </pc:cxnChg>
        <pc:cxnChg chg="add 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12" creationId="{E20C1DF4-ED97-D104-B784-D84230C2A810}"/>
          </ac:cxnSpMkLst>
        </pc:cxnChg>
        <pc:cxnChg chg="add 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13" creationId="{F2CC2847-8636-582F-3779-83D979AC3F4E}"/>
          </ac:cxnSpMkLst>
        </pc:cxnChg>
        <pc:cxnChg chg="add 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14" creationId="{3F30DD08-B6FD-A120-3394-AA4FBEE63736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36" creationId="{E6EC0C8C-592F-754F-5EBF-D49A18C34AF0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37" creationId="{3D5A48EF-D378-2DC7-E870-E66AC6F388F4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51" creationId="{7F1F8117-C318-ED10-F908-844A27D5EE9B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54" creationId="{943DA03A-53CD-5881-D84E-51B001E85440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57" creationId="{86331496-6460-3378-2482-DEC73FE3B857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58" creationId="{C158A2E6-1DAF-5BA7-47B4-169D1F19E609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93" creationId="{2A2E18DC-160F-BC8A-F13A-82034F62B2C6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94" creationId="{74023653-6366-E865-BC6E-1283652BBA0E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95" creationId="{5BD1662A-11D5-034D-B43C-986A4DA6A561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96" creationId="{2A891280-8898-15F2-BC0E-B23D060F090A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97" creationId="{1F44D447-91C3-A644-F26D-1117BEB462F4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98" creationId="{5F128B33-F67C-BA0D-2BAC-1A551ABEEF1C}"/>
          </ac:cxnSpMkLst>
        </pc:cxnChg>
        <pc:cxnChg chg="mod">
          <ac:chgData name="贵斌 任" userId="bf69534e0d83a1ae" providerId="LiveId" clId="{16E96CA4-9853-5F41-B31C-69CDF084413F}" dt="2023-05-05T22:42:34.148" v="18995"/>
          <ac:cxnSpMkLst>
            <pc:docMk/>
            <pc:sldMk cId="1761007074" sldId="568"/>
            <ac:cxnSpMk id="99" creationId="{D90D573E-023D-1E80-602F-AD51F75EA77F}"/>
          </ac:cxnSpMkLst>
        </pc:cxnChg>
      </pc:sldChg>
      <pc:sldChg chg="addSp delSp modSp add mod">
        <pc:chgData name="贵斌 任" userId="bf69534e0d83a1ae" providerId="LiveId" clId="{16E96CA4-9853-5F41-B31C-69CDF084413F}" dt="2023-05-05T23:15:23.089" v="20396" actId="207"/>
        <pc:sldMkLst>
          <pc:docMk/>
          <pc:sldMk cId="996832426" sldId="569"/>
        </pc:sldMkLst>
        <pc:spChg chg="del">
          <ac:chgData name="贵斌 任" userId="bf69534e0d83a1ae" providerId="LiveId" clId="{16E96CA4-9853-5F41-B31C-69CDF084413F}" dt="2023-05-05T22:43:21.730" v="18998" actId="478"/>
          <ac:spMkLst>
            <pc:docMk/>
            <pc:sldMk cId="996832426" sldId="569"/>
            <ac:spMk id="2" creationId="{466BFC88-D1E5-F74A-817B-71DED80541B7}"/>
          </ac:spMkLst>
        </pc:spChg>
        <pc:spChg chg="del">
          <ac:chgData name="贵斌 任" userId="bf69534e0d83a1ae" providerId="LiveId" clId="{16E96CA4-9853-5F41-B31C-69CDF084413F}" dt="2023-05-05T22:43:24.355" v="18999" actId="478"/>
          <ac:spMkLst>
            <pc:docMk/>
            <pc:sldMk cId="996832426" sldId="569"/>
            <ac:spMk id="5" creationId="{06F07F17-7B20-B3E7-DC03-CA9D687BA58E}"/>
          </ac:spMkLst>
        </pc:spChg>
        <pc:spChg chg="add del">
          <ac:chgData name="贵斌 任" userId="bf69534e0d83a1ae" providerId="LiveId" clId="{16E96CA4-9853-5F41-B31C-69CDF084413F}" dt="2023-05-05T22:43:35.172" v="19001" actId="22"/>
          <ac:spMkLst>
            <pc:docMk/>
            <pc:sldMk cId="996832426" sldId="569"/>
            <ac:spMk id="6" creationId="{ABFDFF8D-97A1-F190-F7B4-D68A52D71FD3}"/>
          </ac:spMkLst>
        </pc:spChg>
        <pc:spChg chg="del">
          <ac:chgData name="贵斌 任" userId="bf69534e0d83a1ae" providerId="LiveId" clId="{16E96CA4-9853-5F41-B31C-69CDF084413F}" dt="2023-05-05T22:43:24.355" v="18999" actId="478"/>
          <ac:spMkLst>
            <pc:docMk/>
            <pc:sldMk cId="996832426" sldId="569"/>
            <ac:spMk id="7" creationId="{CE92D592-6E75-4E07-8EFE-A982FC462A17}"/>
          </ac:spMkLst>
        </pc:spChg>
        <pc:spChg chg="add mod">
          <ac:chgData name="贵斌 任" userId="bf69534e0d83a1ae" providerId="LiveId" clId="{16E96CA4-9853-5F41-B31C-69CDF084413F}" dt="2023-05-05T22:56:20.645" v="19326" actId="14100"/>
          <ac:spMkLst>
            <pc:docMk/>
            <pc:sldMk cId="996832426" sldId="569"/>
            <ac:spMk id="9" creationId="{8AA62F2E-611B-9316-0D3A-61D2AE79673A}"/>
          </ac:spMkLst>
        </pc:spChg>
        <pc:spChg chg="add mod">
          <ac:chgData name="贵斌 任" userId="bf69534e0d83a1ae" providerId="LiveId" clId="{16E96CA4-9853-5F41-B31C-69CDF084413F}" dt="2023-05-05T22:56:20.645" v="19326" actId="14100"/>
          <ac:spMkLst>
            <pc:docMk/>
            <pc:sldMk cId="996832426" sldId="569"/>
            <ac:spMk id="11" creationId="{43FA43B4-3A6C-515D-27EE-0B3CB5C7C857}"/>
          </ac:spMkLst>
        </pc:spChg>
        <pc:spChg chg="del">
          <ac:chgData name="贵斌 任" userId="bf69534e0d83a1ae" providerId="LiveId" clId="{16E96CA4-9853-5F41-B31C-69CDF084413F}" dt="2023-05-05T22:43:24.355" v="18999" actId="478"/>
          <ac:spMkLst>
            <pc:docMk/>
            <pc:sldMk cId="996832426" sldId="569"/>
            <ac:spMk id="15" creationId="{CB4F4BA3-A09D-558A-9A63-E602CFC6F031}"/>
          </ac:spMkLst>
        </pc:spChg>
        <pc:spChg chg="add mod">
          <ac:chgData name="贵斌 任" userId="bf69534e0d83a1ae" providerId="LiveId" clId="{16E96CA4-9853-5F41-B31C-69CDF084413F}" dt="2023-05-05T22:56:20.645" v="19326" actId="14100"/>
          <ac:spMkLst>
            <pc:docMk/>
            <pc:sldMk cId="996832426" sldId="569"/>
            <ac:spMk id="16" creationId="{EC4FF709-026B-D737-B395-86E1E373A8D1}"/>
          </ac:spMkLst>
        </pc:spChg>
        <pc:spChg chg="del">
          <ac:chgData name="贵斌 任" userId="bf69534e0d83a1ae" providerId="LiveId" clId="{16E96CA4-9853-5F41-B31C-69CDF084413F}" dt="2023-05-05T22:43:24.355" v="18999" actId="478"/>
          <ac:spMkLst>
            <pc:docMk/>
            <pc:sldMk cId="996832426" sldId="569"/>
            <ac:spMk id="17" creationId="{9AD90294-CD7C-7A32-46FC-8CB9905150FB}"/>
          </ac:spMkLst>
        </pc:spChg>
        <pc:spChg chg="del">
          <ac:chgData name="贵斌 任" userId="bf69534e0d83a1ae" providerId="LiveId" clId="{16E96CA4-9853-5F41-B31C-69CDF084413F}" dt="2023-05-05T22:43:21.730" v="18998" actId="478"/>
          <ac:spMkLst>
            <pc:docMk/>
            <pc:sldMk cId="996832426" sldId="569"/>
            <ac:spMk id="21" creationId="{99DE63FB-1AC4-68FD-EE08-2950056F8E8C}"/>
          </ac:spMkLst>
        </pc:spChg>
        <pc:spChg chg="del">
          <ac:chgData name="贵斌 任" userId="bf69534e0d83a1ae" providerId="LiveId" clId="{16E96CA4-9853-5F41-B31C-69CDF084413F}" dt="2023-05-05T22:43:24.355" v="18999" actId="478"/>
          <ac:spMkLst>
            <pc:docMk/>
            <pc:sldMk cId="996832426" sldId="569"/>
            <ac:spMk id="22" creationId="{9442730B-D5CD-43A6-C47E-A6495530FB71}"/>
          </ac:spMkLst>
        </pc:spChg>
        <pc:spChg chg="del">
          <ac:chgData name="贵斌 任" userId="bf69534e0d83a1ae" providerId="LiveId" clId="{16E96CA4-9853-5F41-B31C-69CDF084413F}" dt="2023-05-05T22:43:24.355" v="18999" actId="478"/>
          <ac:spMkLst>
            <pc:docMk/>
            <pc:sldMk cId="996832426" sldId="569"/>
            <ac:spMk id="23" creationId="{B0E77506-9CEA-3DA7-3A45-83EF115D8876}"/>
          </ac:spMkLst>
        </pc:spChg>
        <pc:spChg chg="add mod">
          <ac:chgData name="贵斌 任" userId="bf69534e0d83a1ae" providerId="LiveId" clId="{16E96CA4-9853-5F41-B31C-69CDF084413F}" dt="2023-05-05T22:56:40.512" v="19332" actId="1076"/>
          <ac:spMkLst>
            <pc:docMk/>
            <pc:sldMk cId="996832426" sldId="569"/>
            <ac:spMk id="24" creationId="{57FE5EAA-355B-90E6-C500-FFF24EBA0F24}"/>
          </ac:spMkLst>
        </pc:spChg>
        <pc:spChg chg="add mod">
          <ac:chgData name="贵斌 任" userId="bf69534e0d83a1ae" providerId="LiveId" clId="{16E96CA4-9853-5F41-B31C-69CDF084413F}" dt="2023-05-05T22:56:51.617" v="19335" actId="1076"/>
          <ac:spMkLst>
            <pc:docMk/>
            <pc:sldMk cId="996832426" sldId="569"/>
            <ac:spMk id="27" creationId="{48C35F87-A836-F707-7E6D-239F57EB680E}"/>
          </ac:spMkLst>
        </pc:spChg>
        <pc:spChg chg="add mod">
          <ac:chgData name="贵斌 任" userId="bf69534e0d83a1ae" providerId="LiveId" clId="{16E96CA4-9853-5F41-B31C-69CDF084413F}" dt="2023-05-05T22:56:54.946" v="19336" actId="1076"/>
          <ac:spMkLst>
            <pc:docMk/>
            <pc:sldMk cId="996832426" sldId="569"/>
            <ac:spMk id="29" creationId="{50620A82-A5E0-E590-2DC3-4FC4ED191245}"/>
          </ac:spMkLst>
        </pc:spChg>
        <pc:spChg chg="add mod">
          <ac:chgData name="贵斌 任" userId="bf69534e0d83a1ae" providerId="LiveId" clId="{16E96CA4-9853-5F41-B31C-69CDF084413F}" dt="2023-05-05T22:56:58.984" v="19337" actId="1076"/>
          <ac:spMkLst>
            <pc:docMk/>
            <pc:sldMk cId="996832426" sldId="569"/>
            <ac:spMk id="31" creationId="{4B710CEA-EB47-008B-0CEE-8498DC94B698}"/>
          </ac:spMkLst>
        </pc:spChg>
        <pc:spChg chg="add mod">
          <ac:chgData name="贵斌 任" userId="bf69534e0d83a1ae" providerId="LiveId" clId="{16E96CA4-9853-5F41-B31C-69CDF084413F}" dt="2023-05-05T23:07:55.229" v="19770" actId="207"/>
          <ac:spMkLst>
            <pc:docMk/>
            <pc:sldMk cId="996832426" sldId="569"/>
            <ac:spMk id="33" creationId="{709748A1-C419-5F07-6796-B76D688A3DB7}"/>
          </ac:spMkLst>
        </pc:spChg>
        <pc:spChg chg="add del mod">
          <ac:chgData name="贵斌 任" userId="bf69534e0d83a1ae" providerId="LiveId" clId="{16E96CA4-9853-5F41-B31C-69CDF084413F}" dt="2023-05-05T23:03:22.398" v="19462"/>
          <ac:spMkLst>
            <pc:docMk/>
            <pc:sldMk cId="996832426" sldId="569"/>
            <ac:spMk id="34" creationId="{CD120181-87F5-5A9D-611D-A26D9524EFCF}"/>
          </ac:spMkLst>
        </pc:spChg>
        <pc:spChg chg="del">
          <ac:chgData name="贵斌 任" userId="bf69534e0d83a1ae" providerId="LiveId" clId="{16E96CA4-9853-5F41-B31C-69CDF084413F}" dt="2023-05-05T22:43:21.730" v="18998" actId="478"/>
          <ac:spMkLst>
            <pc:docMk/>
            <pc:sldMk cId="996832426" sldId="569"/>
            <ac:spMk id="68" creationId="{FA6D54E1-58FC-FDED-5682-C87B0636DAC1}"/>
          </ac:spMkLst>
        </pc:spChg>
        <pc:spChg chg="del">
          <ac:chgData name="贵斌 任" userId="bf69534e0d83a1ae" providerId="LiveId" clId="{16E96CA4-9853-5F41-B31C-69CDF084413F}" dt="2023-05-05T22:43:21.730" v="18998" actId="478"/>
          <ac:spMkLst>
            <pc:docMk/>
            <pc:sldMk cId="996832426" sldId="569"/>
            <ac:spMk id="69" creationId="{09950A28-3C15-20F6-8649-05AD1DDEF9DE}"/>
          </ac:spMkLst>
        </pc:spChg>
        <pc:spChg chg="del">
          <ac:chgData name="贵斌 任" userId="bf69534e0d83a1ae" providerId="LiveId" clId="{16E96CA4-9853-5F41-B31C-69CDF084413F}" dt="2023-05-05T22:43:21.730" v="18998" actId="478"/>
          <ac:spMkLst>
            <pc:docMk/>
            <pc:sldMk cId="996832426" sldId="569"/>
            <ac:spMk id="70" creationId="{86C26D06-DCA9-0D7B-FB29-F9490F70DC44}"/>
          </ac:spMkLst>
        </pc:spChg>
        <pc:graphicFrameChg chg="add mod modGraphic">
          <ac:chgData name="贵斌 任" userId="bf69534e0d83a1ae" providerId="LiveId" clId="{16E96CA4-9853-5F41-B31C-69CDF084413F}" dt="2023-05-05T23:07:06.836" v="19737" actId="20577"/>
          <ac:graphicFrameMkLst>
            <pc:docMk/>
            <pc:sldMk cId="996832426" sldId="569"/>
            <ac:graphicFrameMk id="8" creationId="{8493C8A2-07AA-F61E-3C69-5A5B3368FD84}"/>
          </ac:graphicFrameMkLst>
        </pc:graphicFrameChg>
        <pc:graphicFrameChg chg="add mod modGraphic">
          <ac:chgData name="贵斌 任" userId="bf69534e0d83a1ae" providerId="LiveId" clId="{16E96CA4-9853-5F41-B31C-69CDF084413F}" dt="2023-05-05T23:15:23.089" v="20396" actId="207"/>
          <ac:graphicFrameMkLst>
            <pc:docMk/>
            <pc:sldMk cId="996832426" sldId="569"/>
            <ac:graphicFrameMk id="32" creationId="{406CDAC2-3F73-399F-1755-C8F4D79BFD1E}"/>
          </ac:graphicFrameMkLst>
        </pc:graphicFrameChg>
        <pc:picChg chg="del">
          <ac:chgData name="贵斌 任" userId="bf69534e0d83a1ae" providerId="LiveId" clId="{16E96CA4-9853-5F41-B31C-69CDF084413F}" dt="2023-05-05T22:43:21.730" v="18998" actId="478"/>
          <ac:picMkLst>
            <pc:docMk/>
            <pc:sldMk cId="996832426" sldId="569"/>
            <ac:picMk id="19" creationId="{0E46E0D8-BB71-97DA-18ED-A8F791733548}"/>
          </ac:picMkLst>
        </pc:picChg>
        <pc:picChg chg="del">
          <ac:chgData name="贵斌 任" userId="bf69534e0d83a1ae" providerId="LiveId" clId="{16E96CA4-9853-5F41-B31C-69CDF084413F}" dt="2023-05-05T22:43:21.730" v="18998" actId="478"/>
          <ac:picMkLst>
            <pc:docMk/>
            <pc:sldMk cId="996832426" sldId="569"/>
            <ac:picMk id="20" creationId="{4E66DE58-DC80-FDC9-1B32-AA4E9405892E}"/>
          </ac:picMkLst>
        </pc:picChg>
        <pc:picChg chg="add mod">
          <ac:chgData name="贵斌 任" userId="bf69534e0d83a1ae" providerId="LiveId" clId="{16E96CA4-9853-5F41-B31C-69CDF084413F}" dt="2023-05-05T22:56:34.122" v="19329" actId="1076"/>
          <ac:picMkLst>
            <pc:docMk/>
            <pc:sldMk cId="996832426" sldId="569"/>
            <ac:picMk id="25" creationId="{4B526427-CC59-2A17-F17B-D375B8F128BC}"/>
          </ac:picMkLst>
        </pc:picChg>
        <pc:picChg chg="add mod">
          <ac:chgData name="贵斌 任" userId="bf69534e0d83a1ae" providerId="LiveId" clId="{16E96CA4-9853-5F41-B31C-69CDF084413F}" dt="2023-05-05T22:56:45.980" v="19334" actId="1035"/>
          <ac:picMkLst>
            <pc:docMk/>
            <pc:sldMk cId="996832426" sldId="569"/>
            <ac:picMk id="26" creationId="{A1AB3B26-5A6A-4A39-3423-2BD81A846B65}"/>
          </ac:picMkLst>
        </pc:picChg>
        <pc:picChg chg="add mod">
          <ac:chgData name="贵斌 任" userId="bf69534e0d83a1ae" providerId="LiveId" clId="{16E96CA4-9853-5F41-B31C-69CDF084413F}" dt="2023-05-05T22:56:20.645" v="19326" actId="14100"/>
          <ac:picMkLst>
            <pc:docMk/>
            <pc:sldMk cId="996832426" sldId="569"/>
            <ac:picMk id="28" creationId="{1C05BBD1-34C7-0915-83A0-FD37E0C43B0D}"/>
          </ac:picMkLst>
        </pc:picChg>
        <pc:picChg chg="add mod">
          <ac:chgData name="贵斌 任" userId="bf69534e0d83a1ae" providerId="LiveId" clId="{16E96CA4-9853-5F41-B31C-69CDF084413F}" dt="2023-05-05T22:56:20.645" v="19326" actId="14100"/>
          <ac:picMkLst>
            <pc:docMk/>
            <pc:sldMk cId="996832426" sldId="569"/>
            <ac:picMk id="30" creationId="{60B8721E-E11D-33AE-55F7-A1978C3E08DB}"/>
          </ac:picMkLst>
        </pc:picChg>
        <pc:cxnChg chg="del">
          <ac:chgData name="贵斌 任" userId="bf69534e0d83a1ae" providerId="LiveId" clId="{16E96CA4-9853-5F41-B31C-69CDF084413F}" dt="2023-05-05T22:43:24.355" v="18999" actId="478"/>
          <ac:cxnSpMkLst>
            <pc:docMk/>
            <pc:sldMk cId="996832426" sldId="569"/>
            <ac:cxnSpMk id="4" creationId="{14302BE1-2EE7-935D-003F-A02CECABFCAA}"/>
          </ac:cxnSpMkLst>
        </pc:cxnChg>
        <pc:cxnChg chg="del">
          <ac:chgData name="贵斌 任" userId="bf69534e0d83a1ae" providerId="LiveId" clId="{16E96CA4-9853-5F41-B31C-69CDF084413F}" dt="2023-05-05T22:43:24.355" v="18999" actId="478"/>
          <ac:cxnSpMkLst>
            <pc:docMk/>
            <pc:sldMk cId="996832426" sldId="569"/>
            <ac:cxnSpMk id="10" creationId="{C59E4712-7D8B-16A8-0C13-2963856FD431}"/>
          </ac:cxnSpMkLst>
        </pc:cxnChg>
        <pc:cxnChg chg="del">
          <ac:chgData name="贵斌 任" userId="bf69534e0d83a1ae" providerId="LiveId" clId="{16E96CA4-9853-5F41-B31C-69CDF084413F}" dt="2023-05-05T22:43:24.355" v="18999" actId="478"/>
          <ac:cxnSpMkLst>
            <pc:docMk/>
            <pc:sldMk cId="996832426" sldId="569"/>
            <ac:cxnSpMk id="12" creationId="{E20C1DF4-ED97-D104-B784-D84230C2A810}"/>
          </ac:cxnSpMkLst>
        </pc:cxnChg>
        <pc:cxnChg chg="del">
          <ac:chgData name="贵斌 任" userId="bf69534e0d83a1ae" providerId="LiveId" clId="{16E96CA4-9853-5F41-B31C-69CDF084413F}" dt="2023-05-05T22:43:21.730" v="18998" actId="478"/>
          <ac:cxnSpMkLst>
            <pc:docMk/>
            <pc:sldMk cId="996832426" sldId="569"/>
            <ac:cxnSpMk id="13" creationId="{F2CC2847-8636-582F-3779-83D979AC3F4E}"/>
          </ac:cxnSpMkLst>
        </pc:cxnChg>
        <pc:cxnChg chg="del">
          <ac:chgData name="贵斌 任" userId="bf69534e0d83a1ae" providerId="LiveId" clId="{16E96CA4-9853-5F41-B31C-69CDF084413F}" dt="2023-05-05T22:43:24.355" v="18999" actId="478"/>
          <ac:cxnSpMkLst>
            <pc:docMk/>
            <pc:sldMk cId="996832426" sldId="569"/>
            <ac:cxnSpMk id="14" creationId="{3F30DD08-B6FD-A120-3394-AA4FBEE63736}"/>
          </ac:cxnSpMkLst>
        </pc:cxnChg>
      </pc:sldChg>
      <pc:sldMasterChg chg="delSldLayout">
        <pc:chgData name="贵斌 任" userId="bf69534e0d83a1ae" providerId="LiveId" clId="{16E96CA4-9853-5F41-B31C-69CDF084413F}" dt="2023-05-05T19:58:30.619" v="14923" actId="2696"/>
        <pc:sldMasterMkLst>
          <pc:docMk/>
          <pc:sldMasterMk cId="0" sldId="2147483648"/>
        </pc:sldMasterMkLst>
        <pc:sldLayoutChg chg="del">
          <pc:chgData name="贵斌 任" userId="bf69534e0d83a1ae" providerId="LiveId" clId="{16E96CA4-9853-5F41-B31C-69CDF084413F}" dt="2023-05-05T19:58:30.619" v="14923" actId="2696"/>
          <pc:sldLayoutMkLst>
            <pc:docMk/>
            <pc:sldMasterMk cId="0" sldId="2147483648"/>
            <pc:sldLayoutMk cId="171057042" sldId="2147483673"/>
          </pc:sldLayoutMkLst>
        </pc:sldLayoutChg>
      </pc:sldMasterChg>
    </pc:docChg>
  </pc:docChgLst>
  <pc:docChgLst>
    <pc:chgData name="任 贵斌" userId="bf69534e0d83a1ae" providerId="LiveId" clId="{16E96CA4-9853-5F41-B31C-69CDF084413F}"/>
    <pc:docChg chg="undo custSel addSld delSld modSld sldOrd">
      <pc:chgData name="任 贵斌" userId="bf69534e0d83a1ae" providerId="LiveId" clId="{16E96CA4-9853-5F41-B31C-69CDF084413F}" dt="2023-05-11T03:01:03.914" v="4308" actId="2696"/>
      <pc:docMkLst>
        <pc:docMk/>
      </pc:docMkLst>
      <pc:sldChg chg="modSp mod">
        <pc:chgData name="任 贵斌" userId="bf69534e0d83a1ae" providerId="LiveId" clId="{16E96CA4-9853-5F41-B31C-69CDF084413F}" dt="2023-05-10T22:58:12.138" v="1995" actId="1036"/>
        <pc:sldMkLst>
          <pc:docMk/>
          <pc:sldMk cId="0" sldId="257"/>
        </pc:sldMkLst>
        <pc:spChg chg="mod">
          <ac:chgData name="任 贵斌" userId="bf69534e0d83a1ae" providerId="LiveId" clId="{16E96CA4-9853-5F41-B31C-69CDF084413F}" dt="2023-05-10T22:58:03.690" v="1985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任 贵斌" userId="bf69534e0d83a1ae" providerId="LiveId" clId="{16E96CA4-9853-5F41-B31C-69CDF084413F}" dt="2023-05-10T22:58:03.690" v="1985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任 贵斌" userId="bf69534e0d83a1ae" providerId="LiveId" clId="{16E96CA4-9853-5F41-B31C-69CDF084413F}" dt="2023-05-10T22:58:03.690" v="1985" actId="103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任 贵斌" userId="bf69534e0d83a1ae" providerId="LiveId" clId="{16E96CA4-9853-5F41-B31C-69CDF084413F}" dt="2023-05-10T22:58:03.690" v="1985" actId="103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任 贵斌" userId="bf69534e0d83a1ae" providerId="LiveId" clId="{16E96CA4-9853-5F41-B31C-69CDF084413F}" dt="2023-05-10T22:58:03.690" v="1985" actId="103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任 贵斌" userId="bf69534e0d83a1ae" providerId="LiveId" clId="{16E96CA4-9853-5F41-B31C-69CDF084413F}" dt="2023-05-10T22:58:03.690" v="1985" actId="103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任 贵斌" userId="bf69534e0d83a1ae" providerId="LiveId" clId="{16E96CA4-9853-5F41-B31C-69CDF084413F}" dt="2023-05-10T22:58:12.138" v="1995" actId="103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任 贵斌" userId="bf69534e0d83a1ae" providerId="LiveId" clId="{16E96CA4-9853-5F41-B31C-69CDF084413F}" dt="2023-05-10T22:58:12.138" v="1995" actId="103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任 贵斌" userId="bf69534e0d83a1ae" providerId="LiveId" clId="{16E96CA4-9853-5F41-B31C-69CDF084413F}" dt="2023-05-10T22:58:12.138" v="1995" actId="1036"/>
          <ac:spMkLst>
            <pc:docMk/>
            <pc:sldMk cId="0" sldId="257"/>
            <ac:spMk id="29" creationId="{00000000-0000-0000-0000-000000000000}"/>
          </ac:spMkLst>
        </pc:spChg>
        <pc:picChg chg="mod">
          <ac:chgData name="任 贵斌" userId="bf69534e0d83a1ae" providerId="LiveId" clId="{16E96CA4-9853-5F41-B31C-69CDF084413F}" dt="2023-05-10T22:58:03.690" v="1985" actId="1035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任 贵斌" userId="bf69534e0d83a1ae" providerId="LiveId" clId="{16E96CA4-9853-5F41-B31C-69CDF084413F}" dt="2023-05-10T22:58:03.690" v="1985" actId="1035"/>
          <ac:picMkLst>
            <pc:docMk/>
            <pc:sldMk cId="0" sldId="257"/>
            <ac:picMk id="16" creationId="{00000000-0000-0000-0000-000000000000}"/>
          </ac:picMkLst>
        </pc:picChg>
        <pc:picChg chg="mod">
          <ac:chgData name="任 贵斌" userId="bf69534e0d83a1ae" providerId="LiveId" clId="{16E96CA4-9853-5F41-B31C-69CDF084413F}" dt="2023-05-10T22:58:12.138" v="1995" actId="1036"/>
          <ac:picMkLst>
            <pc:docMk/>
            <pc:sldMk cId="0" sldId="257"/>
            <ac:picMk id="26" creationId="{00000000-0000-0000-0000-000000000000}"/>
          </ac:picMkLst>
        </pc:picChg>
      </pc:sldChg>
      <pc:sldChg chg="addSp modSp">
        <pc:chgData name="任 贵斌" userId="bf69534e0d83a1ae" providerId="LiveId" clId="{16E96CA4-9853-5F41-B31C-69CDF084413F}" dt="2023-05-11T00:26:56.614" v="2669" actId="571"/>
        <pc:sldMkLst>
          <pc:docMk/>
          <pc:sldMk cId="0" sldId="272"/>
        </pc:sldMkLst>
        <pc:spChg chg="add mod">
          <ac:chgData name="任 贵斌" userId="bf69534e0d83a1ae" providerId="LiveId" clId="{16E96CA4-9853-5F41-B31C-69CDF084413F}" dt="2023-05-11T00:26:56.614" v="2669" actId="571"/>
          <ac:spMkLst>
            <pc:docMk/>
            <pc:sldMk cId="0" sldId="272"/>
            <ac:spMk id="2" creationId="{5E771D76-AFED-AB0B-6AEC-ED5C9422833E}"/>
          </ac:spMkLst>
        </pc:spChg>
      </pc:sldChg>
      <pc:sldChg chg="del">
        <pc:chgData name="任 贵斌" userId="bf69534e0d83a1ae" providerId="LiveId" clId="{16E96CA4-9853-5F41-B31C-69CDF084413F}" dt="2023-05-06T02:30:35.282" v="857" actId="2696"/>
        <pc:sldMkLst>
          <pc:docMk/>
          <pc:sldMk cId="0" sldId="273"/>
        </pc:sldMkLst>
      </pc:sldChg>
      <pc:sldChg chg="addSp delSp modSp mod">
        <pc:chgData name="任 贵斌" userId="bf69534e0d83a1ae" providerId="LiveId" clId="{16E96CA4-9853-5F41-B31C-69CDF084413F}" dt="2023-05-11T01:07:17.435" v="4272" actId="1036"/>
        <pc:sldMkLst>
          <pc:docMk/>
          <pc:sldMk cId="0" sldId="274"/>
        </pc:sldMkLst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4" creationId="{F8BBF87B-44B9-F0D8-8F28-A01B5826863F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5" creationId="{CE4C7B81-4734-E625-1B72-F7CDC9A4E389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6" creationId="{991462DC-67E5-E347-0870-5740E8776699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7" creationId="{1C112E76-4850-EEED-53E1-26D0FBEC816E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8" creationId="{209DC289-D311-3E7A-7AAA-3803DA42AB8B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9" creationId="{E9020B38-8531-CDEB-AB20-64A4ABDA6A1E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10" creationId="{0E350FD8-6C7E-E0E3-BEE3-78D549399F80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11" creationId="{D62C7F97-6808-09D8-CAA1-7623413697F6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12" creationId="{B2B8A7E6-0BF8-F8D2-251A-8FA80312D6EF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13" creationId="{B5FC777D-D0ED-E2AB-EE28-75F3B3D0A457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14" creationId="{40BAE2AD-3B45-8301-9A7C-9A2204142012}"/>
          </ac:spMkLst>
        </pc:spChg>
        <pc:spChg chg="add del mod">
          <ac:chgData name="任 贵斌" userId="bf69534e0d83a1ae" providerId="LiveId" clId="{16E96CA4-9853-5F41-B31C-69CDF084413F}" dt="2023-05-11T00:54:32.888" v="3268" actId="478"/>
          <ac:spMkLst>
            <pc:docMk/>
            <pc:sldMk cId="0" sldId="274"/>
            <ac:spMk id="15" creationId="{29235004-73C2-AA9B-2AB1-85B180BBEB11}"/>
          </ac:spMkLst>
        </pc:spChg>
        <pc:spChg chg="mod">
          <ac:chgData name="任 贵斌" userId="bf69534e0d83a1ae" providerId="LiveId" clId="{16E96CA4-9853-5F41-B31C-69CDF084413F}" dt="2023-05-11T00:53:33.327" v="3245" actId="20577"/>
          <ac:spMkLst>
            <pc:docMk/>
            <pc:sldMk cId="0" sldId="274"/>
            <ac:spMk id="18" creationId="{00000000-0000-0000-0000-000000000000}"/>
          </ac:spMkLst>
        </pc:spChg>
        <pc:spChg chg="mod">
          <ac:chgData name="任 贵斌" userId="bf69534e0d83a1ae" providerId="LiveId" clId="{16E96CA4-9853-5F41-B31C-69CDF084413F}" dt="2023-05-11T00:58:08.400" v="3452" actId="113"/>
          <ac:spMkLst>
            <pc:docMk/>
            <pc:sldMk cId="0" sldId="274"/>
            <ac:spMk id="20" creationId="{A7B56205-0A0E-9A5E-B6BD-82A38BB134D5}"/>
          </ac:spMkLst>
        </pc:spChg>
        <pc:spChg chg="mod">
          <ac:chgData name="任 贵斌" userId="bf69534e0d83a1ae" providerId="LiveId" clId="{16E96CA4-9853-5F41-B31C-69CDF084413F}" dt="2023-05-11T01:06:01.749" v="4191" actId="14100"/>
          <ac:spMkLst>
            <pc:docMk/>
            <pc:sldMk cId="0" sldId="274"/>
            <ac:spMk id="21" creationId="{79002E03-AF56-7C42-1051-4E68C8B04BEE}"/>
          </ac:spMkLst>
        </pc:spChg>
        <pc:spChg chg="mod">
          <ac:chgData name="任 贵斌" userId="bf69534e0d83a1ae" providerId="LiveId" clId="{16E96CA4-9853-5F41-B31C-69CDF084413F}" dt="2023-05-11T00:58:04.428" v="3449" actId="2711"/>
          <ac:spMkLst>
            <pc:docMk/>
            <pc:sldMk cId="0" sldId="274"/>
            <ac:spMk id="22" creationId="{659A5B3E-C8B1-7639-046F-FB7CD748AE42}"/>
          </ac:spMkLst>
        </pc:spChg>
        <pc:spChg chg="mod">
          <ac:chgData name="任 贵斌" userId="bf69534e0d83a1ae" providerId="LiveId" clId="{16E96CA4-9853-5F41-B31C-69CDF084413F}" dt="2023-05-11T00:58:11.988" v="3455" actId="113"/>
          <ac:spMkLst>
            <pc:docMk/>
            <pc:sldMk cId="0" sldId="274"/>
            <ac:spMk id="24" creationId="{2E83FCF0-D13A-1563-BEC2-6173928C20F1}"/>
          </ac:spMkLst>
        </pc:spChg>
        <pc:spChg chg="mod">
          <ac:chgData name="任 贵斌" userId="bf69534e0d83a1ae" providerId="LiveId" clId="{16E96CA4-9853-5F41-B31C-69CDF084413F}" dt="2023-05-11T01:06:08.467" v="4200" actId="14100"/>
          <ac:spMkLst>
            <pc:docMk/>
            <pc:sldMk cId="0" sldId="274"/>
            <ac:spMk id="25" creationId="{8FFD2574-2D97-5910-53E2-EFC460D924E8}"/>
          </ac:spMkLst>
        </pc:spChg>
        <pc:spChg chg="mod">
          <ac:chgData name="任 贵斌" userId="bf69534e0d83a1ae" providerId="LiveId" clId="{16E96CA4-9853-5F41-B31C-69CDF084413F}" dt="2023-05-11T00:58:04.428" v="3449" actId="2711"/>
          <ac:spMkLst>
            <pc:docMk/>
            <pc:sldMk cId="0" sldId="274"/>
            <ac:spMk id="26" creationId="{B4109C96-1903-012A-40C9-C3C62DD196D4}"/>
          </ac:spMkLst>
        </pc:spChg>
        <pc:spChg chg="mod">
          <ac:chgData name="任 贵斌" userId="bf69534e0d83a1ae" providerId="LiveId" clId="{16E96CA4-9853-5F41-B31C-69CDF084413F}" dt="2023-05-11T00:58:15.749" v="3456" actId="113"/>
          <ac:spMkLst>
            <pc:docMk/>
            <pc:sldMk cId="0" sldId="274"/>
            <ac:spMk id="28" creationId="{30CF8497-0D83-F196-CE86-A287432A7066}"/>
          </ac:spMkLst>
        </pc:spChg>
        <pc:spChg chg="mod">
          <ac:chgData name="任 贵斌" userId="bf69534e0d83a1ae" providerId="LiveId" clId="{16E96CA4-9853-5F41-B31C-69CDF084413F}" dt="2023-05-11T01:06:15.127" v="4209" actId="14100"/>
          <ac:spMkLst>
            <pc:docMk/>
            <pc:sldMk cId="0" sldId="274"/>
            <ac:spMk id="29" creationId="{946DF497-9DB8-1C2E-B862-3048AFD41F95}"/>
          </ac:spMkLst>
        </pc:spChg>
        <pc:spChg chg="mod">
          <ac:chgData name="任 贵斌" userId="bf69534e0d83a1ae" providerId="LiveId" clId="{16E96CA4-9853-5F41-B31C-69CDF084413F}" dt="2023-05-11T00:58:04.428" v="3449" actId="2711"/>
          <ac:spMkLst>
            <pc:docMk/>
            <pc:sldMk cId="0" sldId="274"/>
            <ac:spMk id="30" creationId="{112703B4-110B-E8DF-67F0-274282DF1BA7}"/>
          </ac:spMkLst>
        </pc:spChg>
        <pc:spChg chg="mod">
          <ac:chgData name="任 贵斌" userId="bf69534e0d83a1ae" providerId="LiveId" clId="{16E96CA4-9853-5F41-B31C-69CDF084413F}" dt="2023-05-11T00:58:42.159" v="3527" actId="20577"/>
          <ac:spMkLst>
            <pc:docMk/>
            <pc:sldMk cId="0" sldId="274"/>
            <ac:spMk id="34" creationId="{FC4D1B30-91DA-EA06-E627-268A0BA9DD89}"/>
          </ac:spMkLst>
        </pc:spChg>
        <pc:spChg chg="mod">
          <ac:chgData name="任 贵斌" userId="bf69534e0d83a1ae" providerId="LiveId" clId="{16E96CA4-9853-5F41-B31C-69CDF084413F}" dt="2023-05-11T01:07:17.435" v="4272" actId="1036"/>
          <ac:spMkLst>
            <pc:docMk/>
            <pc:sldMk cId="0" sldId="274"/>
            <ac:spMk id="35" creationId="{AC7E35AC-090C-642D-4BC4-48B498F6BA58}"/>
          </ac:spMkLst>
        </pc:spChg>
        <pc:spChg chg="mod">
          <ac:chgData name="任 贵斌" userId="bf69534e0d83a1ae" providerId="LiveId" clId="{16E96CA4-9853-5F41-B31C-69CDF084413F}" dt="2023-05-11T00:58:04.428" v="3449" actId="2711"/>
          <ac:spMkLst>
            <pc:docMk/>
            <pc:sldMk cId="0" sldId="274"/>
            <ac:spMk id="36" creationId="{3F09DBE1-925F-B2C7-932A-E808D5CF3586}"/>
          </ac:spMkLst>
        </pc:spChg>
        <pc:grpChg chg="add mod">
          <ac:chgData name="任 贵斌" userId="bf69534e0d83a1ae" providerId="LiveId" clId="{16E96CA4-9853-5F41-B31C-69CDF084413F}" dt="2023-05-11T01:06:26.383" v="4237" actId="1038"/>
          <ac:grpSpMkLst>
            <pc:docMk/>
            <pc:sldMk cId="0" sldId="274"/>
            <ac:grpSpMk id="19" creationId="{A99C80A5-9F34-B3A7-507F-ABAE33E0B01A}"/>
          </ac:grpSpMkLst>
        </pc:grpChg>
        <pc:grpChg chg="add mod">
          <ac:chgData name="任 贵斌" userId="bf69534e0d83a1ae" providerId="LiveId" clId="{16E96CA4-9853-5F41-B31C-69CDF084413F}" dt="2023-05-11T01:06:26.383" v="4237" actId="1038"/>
          <ac:grpSpMkLst>
            <pc:docMk/>
            <pc:sldMk cId="0" sldId="274"/>
            <ac:grpSpMk id="23" creationId="{F70FB906-0BF1-66D9-64F9-5736F72C8722}"/>
          </ac:grpSpMkLst>
        </pc:grpChg>
        <pc:grpChg chg="add mod">
          <ac:chgData name="任 贵斌" userId="bf69534e0d83a1ae" providerId="LiveId" clId="{16E96CA4-9853-5F41-B31C-69CDF084413F}" dt="2023-05-11T01:06:26.383" v="4237" actId="1038"/>
          <ac:grpSpMkLst>
            <pc:docMk/>
            <pc:sldMk cId="0" sldId="274"/>
            <ac:grpSpMk id="27" creationId="{BD1CDA7F-0261-9D0B-9CBF-6FF01DD03476}"/>
          </ac:grpSpMkLst>
        </pc:grpChg>
        <pc:grpChg chg="add mod">
          <ac:chgData name="任 贵斌" userId="bf69534e0d83a1ae" providerId="LiveId" clId="{16E96CA4-9853-5F41-B31C-69CDF084413F}" dt="2023-05-11T01:06:26.383" v="4237" actId="1038"/>
          <ac:grpSpMkLst>
            <pc:docMk/>
            <pc:sldMk cId="0" sldId="274"/>
            <ac:grpSpMk id="33" creationId="{E397C0A3-6394-43F4-D96B-EBE96571D36D}"/>
          </ac:grpSpMkLst>
        </pc:grpChg>
        <pc:graphicFrameChg chg="add del mod">
          <ac:chgData name="任 贵斌" userId="bf69534e0d83a1ae" providerId="LiveId" clId="{16E96CA4-9853-5F41-B31C-69CDF084413F}" dt="2023-05-11T00:53:35.403" v="3246" actId="478"/>
          <ac:graphicFrameMkLst>
            <pc:docMk/>
            <pc:sldMk cId="0" sldId="274"/>
            <ac:graphicFrameMk id="2" creationId="{79008B95-E941-D4D5-5FE3-9E17470EF762}"/>
          </ac:graphicFrameMkLst>
        </pc:graphicFrameChg>
        <pc:graphicFrameChg chg="add mod modGraphic">
          <ac:chgData name="任 贵斌" userId="bf69534e0d83a1ae" providerId="LiveId" clId="{16E96CA4-9853-5F41-B31C-69CDF084413F}" dt="2023-05-11T00:59:29.371" v="3682" actId="1076"/>
          <ac:graphicFrameMkLst>
            <pc:docMk/>
            <pc:sldMk cId="0" sldId="274"/>
            <ac:graphicFrameMk id="16" creationId="{CC917760-6E69-A981-F557-3FE370A4A415}"/>
          </ac:graphicFrameMkLst>
        </pc:graphicFrameChg>
        <pc:cxnChg chg="add del mod">
          <ac:chgData name="任 贵斌" userId="bf69534e0d83a1ae" providerId="LiveId" clId="{16E96CA4-9853-5F41-B31C-69CDF084413F}" dt="2023-05-11T00:54:32.888" v="3268" actId="478"/>
          <ac:cxnSpMkLst>
            <pc:docMk/>
            <pc:sldMk cId="0" sldId="274"/>
            <ac:cxnSpMk id="3" creationId="{5A23C9D0-EC18-546C-A3AF-D48AF17E7048}"/>
          </ac:cxnSpMkLst>
        </pc:cxnChg>
        <pc:cxnChg chg="add mod">
          <ac:chgData name="任 贵斌" userId="bf69534e0d83a1ae" providerId="LiveId" clId="{16E96CA4-9853-5F41-B31C-69CDF084413F}" dt="2023-05-11T01:06:26.383" v="4237" actId="1038"/>
          <ac:cxnSpMkLst>
            <pc:docMk/>
            <pc:sldMk cId="0" sldId="274"/>
            <ac:cxnSpMk id="17" creationId="{4D2BCD22-BD47-A356-1094-E3E5E050E013}"/>
          </ac:cxnSpMkLst>
        </pc:cxnChg>
      </pc:sldChg>
      <pc:sldChg chg="addSp delSp modSp mod">
        <pc:chgData name="任 贵斌" userId="bf69534e0d83a1ae" providerId="LiveId" clId="{16E96CA4-9853-5F41-B31C-69CDF084413F}" dt="2023-05-11T01:05:52.804" v="4181" actId="1038"/>
        <pc:sldMkLst>
          <pc:docMk/>
          <pc:sldMk cId="0" sldId="275"/>
        </pc:sldMkLst>
        <pc:spChg chg="mod">
          <ac:chgData name="任 贵斌" userId="bf69534e0d83a1ae" providerId="LiveId" clId="{16E96CA4-9853-5F41-B31C-69CDF084413F}" dt="2023-05-11T01:03:19.044" v="4018" actId="20577"/>
          <ac:spMkLst>
            <pc:docMk/>
            <pc:sldMk cId="0" sldId="275"/>
            <ac:spMk id="5" creationId="{FDD17339-4F47-88B4-8758-8A01E401F22D}"/>
          </ac:spMkLst>
        </pc:spChg>
        <pc:spChg chg="mod">
          <ac:chgData name="任 贵斌" userId="bf69534e0d83a1ae" providerId="LiveId" clId="{16E96CA4-9853-5F41-B31C-69CDF084413F}" dt="2023-05-11T01:05:30.670" v="4148" actId="14100"/>
          <ac:spMkLst>
            <pc:docMk/>
            <pc:sldMk cId="0" sldId="275"/>
            <ac:spMk id="6" creationId="{E050208A-EFE3-9A9B-941A-9FA3364BD7E8}"/>
          </ac:spMkLst>
        </pc:spChg>
        <pc:spChg chg="mod">
          <ac:chgData name="任 贵斌" userId="bf69534e0d83a1ae" providerId="LiveId" clId="{16E96CA4-9853-5F41-B31C-69CDF084413F}" dt="2023-05-11T01:00:35.821" v="3714"/>
          <ac:spMkLst>
            <pc:docMk/>
            <pc:sldMk cId="0" sldId="275"/>
            <ac:spMk id="7" creationId="{689FAE97-D4DB-DDD1-7ED0-DF65CA220170}"/>
          </ac:spMkLst>
        </pc:spChg>
        <pc:spChg chg="mod">
          <ac:chgData name="任 贵斌" userId="bf69534e0d83a1ae" providerId="LiveId" clId="{16E96CA4-9853-5F41-B31C-69CDF084413F}" dt="2023-05-11T01:02:45.491" v="3920" actId="14100"/>
          <ac:spMkLst>
            <pc:docMk/>
            <pc:sldMk cId="0" sldId="275"/>
            <ac:spMk id="9" creationId="{2477BE14-32DD-C5C8-4623-BFC983CC7B45}"/>
          </ac:spMkLst>
        </pc:spChg>
        <pc:spChg chg="mod">
          <ac:chgData name="任 贵斌" userId="bf69534e0d83a1ae" providerId="LiveId" clId="{16E96CA4-9853-5F41-B31C-69CDF084413F}" dt="2023-05-11T01:05:36.163" v="4157" actId="14100"/>
          <ac:spMkLst>
            <pc:docMk/>
            <pc:sldMk cId="0" sldId="275"/>
            <ac:spMk id="10" creationId="{DB2F8CD5-1971-C549-3CA9-96026C4C38EE}"/>
          </ac:spMkLst>
        </pc:spChg>
        <pc:spChg chg="mod">
          <ac:chgData name="任 贵斌" userId="bf69534e0d83a1ae" providerId="LiveId" clId="{16E96CA4-9853-5F41-B31C-69CDF084413F}" dt="2023-05-11T01:00:35.821" v="3714"/>
          <ac:spMkLst>
            <pc:docMk/>
            <pc:sldMk cId="0" sldId="275"/>
            <ac:spMk id="11" creationId="{44563FEF-553F-321A-D058-EBC83053459F}"/>
          </ac:spMkLst>
        </pc:spChg>
        <pc:spChg chg="mod">
          <ac:chgData name="任 贵斌" userId="bf69534e0d83a1ae" providerId="LiveId" clId="{16E96CA4-9853-5F41-B31C-69CDF084413F}" dt="2023-05-11T01:02:42.213" v="3919" actId="20577"/>
          <ac:spMkLst>
            <pc:docMk/>
            <pc:sldMk cId="0" sldId="275"/>
            <ac:spMk id="13" creationId="{FAF8EE80-3F2F-F56C-64EE-18481B3337D4}"/>
          </ac:spMkLst>
        </pc:spChg>
        <pc:spChg chg="mod">
          <ac:chgData name="任 贵斌" userId="bf69534e0d83a1ae" providerId="LiveId" clId="{16E96CA4-9853-5F41-B31C-69CDF084413F}" dt="2023-05-11T01:05:18.672" v="4130" actId="20577"/>
          <ac:spMkLst>
            <pc:docMk/>
            <pc:sldMk cId="0" sldId="275"/>
            <ac:spMk id="14" creationId="{19B0AE1A-3EFA-AF5C-788D-867A17750527}"/>
          </ac:spMkLst>
        </pc:spChg>
        <pc:spChg chg="mod">
          <ac:chgData name="任 贵斌" userId="bf69534e0d83a1ae" providerId="LiveId" clId="{16E96CA4-9853-5F41-B31C-69CDF084413F}" dt="2023-05-11T01:00:35.821" v="3714"/>
          <ac:spMkLst>
            <pc:docMk/>
            <pc:sldMk cId="0" sldId="275"/>
            <ac:spMk id="15" creationId="{38D1ACAC-E668-0B00-0D79-CDC0C594C97C}"/>
          </ac:spMkLst>
        </pc:spChg>
        <pc:spChg chg="mod">
          <ac:chgData name="任 贵斌" userId="bf69534e0d83a1ae" providerId="LiveId" clId="{16E96CA4-9853-5F41-B31C-69CDF084413F}" dt="2023-05-11T01:00:35.821" v="3714"/>
          <ac:spMkLst>
            <pc:docMk/>
            <pc:sldMk cId="0" sldId="275"/>
            <ac:spMk id="17" creationId="{5CD8850C-039F-3269-3174-A7B18B1C53CA}"/>
          </ac:spMkLst>
        </pc:spChg>
        <pc:spChg chg="mod">
          <ac:chgData name="任 贵斌" userId="bf69534e0d83a1ae" providerId="LiveId" clId="{16E96CA4-9853-5F41-B31C-69CDF084413F}" dt="2023-05-11T00:59:49.161" v="3707" actId="14100"/>
          <ac:spMkLst>
            <pc:docMk/>
            <pc:sldMk cId="0" sldId="275"/>
            <ac:spMk id="18" creationId="{00000000-0000-0000-0000-000000000000}"/>
          </ac:spMkLst>
        </pc:spChg>
        <pc:spChg chg="mod">
          <ac:chgData name="任 贵斌" userId="bf69534e0d83a1ae" providerId="LiveId" clId="{16E96CA4-9853-5F41-B31C-69CDF084413F}" dt="2023-05-11T01:00:35.821" v="3714"/>
          <ac:spMkLst>
            <pc:docMk/>
            <pc:sldMk cId="0" sldId="275"/>
            <ac:spMk id="19" creationId="{07435A4F-A259-D22A-B88D-4ABEB5FA75B3}"/>
          </ac:spMkLst>
        </pc:spChg>
        <pc:spChg chg="mod">
          <ac:chgData name="任 贵斌" userId="bf69534e0d83a1ae" providerId="LiveId" clId="{16E96CA4-9853-5F41-B31C-69CDF084413F}" dt="2023-05-11T01:00:35.821" v="3714"/>
          <ac:spMkLst>
            <pc:docMk/>
            <pc:sldMk cId="0" sldId="275"/>
            <ac:spMk id="20" creationId="{37281F64-11B8-6AB6-4F77-DCDA4094EDAD}"/>
          </ac:spMkLst>
        </pc:spChg>
        <pc:spChg chg="add del mod">
          <ac:chgData name="任 贵斌" userId="bf69534e0d83a1ae" providerId="LiveId" clId="{16E96CA4-9853-5F41-B31C-69CDF084413F}" dt="2023-05-11T01:00:43.597" v="3718"/>
          <ac:spMkLst>
            <pc:docMk/>
            <pc:sldMk cId="0" sldId="275"/>
            <ac:spMk id="21" creationId="{62C4F647-1F3E-3774-82CF-DE0BEFCDD493}"/>
          </ac:spMkLst>
        </pc:spChg>
        <pc:spChg chg="mod">
          <ac:chgData name="任 贵斌" userId="bf69534e0d83a1ae" providerId="LiveId" clId="{16E96CA4-9853-5F41-B31C-69CDF084413F}" dt="2023-05-11T01:04:06.168" v="4032" actId="20577"/>
          <ac:spMkLst>
            <pc:docMk/>
            <pc:sldMk cId="0" sldId="275"/>
            <ac:spMk id="25" creationId="{B7BD34E0-EE52-6F1B-B962-2B0172833C3B}"/>
          </ac:spMkLst>
        </pc:spChg>
        <pc:spChg chg="mod">
          <ac:chgData name="任 贵斌" userId="bf69534e0d83a1ae" providerId="LiveId" clId="{16E96CA4-9853-5F41-B31C-69CDF084413F}" dt="2023-05-11T01:05:41.275" v="4166" actId="14100"/>
          <ac:spMkLst>
            <pc:docMk/>
            <pc:sldMk cId="0" sldId="275"/>
            <ac:spMk id="26" creationId="{02D883C7-2ECF-F9B0-5423-96A5D9F3420D}"/>
          </ac:spMkLst>
        </pc:spChg>
        <pc:spChg chg="mod">
          <ac:chgData name="任 贵斌" userId="bf69534e0d83a1ae" providerId="LiveId" clId="{16E96CA4-9853-5F41-B31C-69CDF084413F}" dt="2023-05-11T01:03:55.271" v="4021"/>
          <ac:spMkLst>
            <pc:docMk/>
            <pc:sldMk cId="0" sldId="275"/>
            <ac:spMk id="27" creationId="{8122C4C0-A668-55C7-DC8A-010C2E4D0809}"/>
          </ac:spMkLst>
        </pc:spChg>
        <pc:spChg chg="mod">
          <ac:chgData name="任 贵斌" userId="bf69534e0d83a1ae" providerId="LiveId" clId="{16E96CA4-9853-5F41-B31C-69CDF084413F}" dt="2023-05-11T01:05:06.454" v="4124" actId="20577"/>
          <ac:spMkLst>
            <pc:docMk/>
            <pc:sldMk cId="0" sldId="275"/>
            <ac:spMk id="29" creationId="{007AA0B6-F089-E9DB-F9ED-3915CE761173}"/>
          </ac:spMkLst>
        </pc:spChg>
        <pc:spChg chg="mod">
          <ac:chgData name="任 贵斌" userId="bf69534e0d83a1ae" providerId="LiveId" clId="{16E96CA4-9853-5F41-B31C-69CDF084413F}" dt="2023-05-11T01:05:45.429" v="4170" actId="14100"/>
          <ac:spMkLst>
            <pc:docMk/>
            <pc:sldMk cId="0" sldId="275"/>
            <ac:spMk id="30" creationId="{4EF532CA-697F-BB99-09B7-F50E246F345D}"/>
          </ac:spMkLst>
        </pc:spChg>
        <pc:spChg chg="mod">
          <ac:chgData name="任 贵斌" userId="bf69534e0d83a1ae" providerId="LiveId" clId="{16E96CA4-9853-5F41-B31C-69CDF084413F}" dt="2023-05-11T01:04:08.783" v="4033"/>
          <ac:spMkLst>
            <pc:docMk/>
            <pc:sldMk cId="0" sldId="275"/>
            <ac:spMk id="31" creationId="{194E5D2F-D793-52F9-C446-B09EA81FCB30}"/>
          </ac:spMkLst>
        </pc:spChg>
        <pc:grpChg chg="add mod">
          <ac:chgData name="任 贵斌" userId="bf69534e0d83a1ae" providerId="LiveId" clId="{16E96CA4-9853-5F41-B31C-69CDF084413F}" dt="2023-05-11T01:05:52.804" v="4181" actId="1038"/>
          <ac:grpSpMkLst>
            <pc:docMk/>
            <pc:sldMk cId="0" sldId="275"/>
            <ac:grpSpMk id="4" creationId="{47EDB91A-82EE-7E44-2279-E0AAE725BC6D}"/>
          </ac:grpSpMkLst>
        </pc:grpChg>
        <pc:grpChg chg="add mod">
          <ac:chgData name="任 贵斌" userId="bf69534e0d83a1ae" providerId="LiveId" clId="{16E96CA4-9853-5F41-B31C-69CDF084413F}" dt="2023-05-11T01:05:52.804" v="4181" actId="1038"/>
          <ac:grpSpMkLst>
            <pc:docMk/>
            <pc:sldMk cId="0" sldId="275"/>
            <ac:grpSpMk id="8" creationId="{3B7EF96B-6D15-7786-72A0-F18134E08FB6}"/>
          </ac:grpSpMkLst>
        </pc:grpChg>
        <pc:grpChg chg="add mod">
          <ac:chgData name="任 贵斌" userId="bf69534e0d83a1ae" providerId="LiveId" clId="{16E96CA4-9853-5F41-B31C-69CDF084413F}" dt="2023-05-11T01:05:52.804" v="4181" actId="1038"/>
          <ac:grpSpMkLst>
            <pc:docMk/>
            <pc:sldMk cId="0" sldId="275"/>
            <ac:grpSpMk id="12" creationId="{BF091067-FD0F-81A8-7B3A-BADD40B123DD}"/>
          </ac:grpSpMkLst>
        </pc:grpChg>
        <pc:grpChg chg="add del mod">
          <ac:chgData name="任 贵斌" userId="bf69534e0d83a1ae" providerId="LiveId" clId="{16E96CA4-9853-5F41-B31C-69CDF084413F}" dt="2023-05-11T01:02:16.535" v="3900" actId="478"/>
          <ac:grpSpMkLst>
            <pc:docMk/>
            <pc:sldMk cId="0" sldId="275"/>
            <ac:grpSpMk id="16" creationId="{BF0DF6FB-A8E8-3283-968F-3BB8228494B0}"/>
          </ac:grpSpMkLst>
        </pc:grpChg>
        <pc:grpChg chg="add mod">
          <ac:chgData name="任 贵斌" userId="bf69534e0d83a1ae" providerId="LiveId" clId="{16E96CA4-9853-5F41-B31C-69CDF084413F}" dt="2023-05-11T01:05:52.804" v="4181" actId="1038"/>
          <ac:grpSpMkLst>
            <pc:docMk/>
            <pc:sldMk cId="0" sldId="275"/>
            <ac:grpSpMk id="24" creationId="{986A8895-0FF5-0E38-D9EA-F37D42ABE12B}"/>
          </ac:grpSpMkLst>
        </pc:grpChg>
        <pc:grpChg chg="add mod">
          <ac:chgData name="任 贵斌" userId="bf69534e0d83a1ae" providerId="LiveId" clId="{16E96CA4-9853-5F41-B31C-69CDF084413F}" dt="2023-05-11T01:05:52.804" v="4181" actId="1038"/>
          <ac:grpSpMkLst>
            <pc:docMk/>
            <pc:sldMk cId="0" sldId="275"/>
            <ac:grpSpMk id="28" creationId="{D247098E-813C-4AEE-B6E7-D6F7EBA0184A}"/>
          </ac:grpSpMkLst>
        </pc:grpChg>
        <pc:graphicFrameChg chg="add mod modGraphic">
          <ac:chgData name="任 贵斌" userId="bf69534e0d83a1ae" providerId="LiveId" clId="{16E96CA4-9853-5F41-B31C-69CDF084413F}" dt="2023-05-11T01:00:30.999" v="3713" actId="14100"/>
          <ac:graphicFrameMkLst>
            <pc:docMk/>
            <pc:sldMk cId="0" sldId="275"/>
            <ac:graphicFrameMk id="2" creationId="{711A03E2-FEF8-62F7-9CC7-755FE310028A}"/>
          </ac:graphicFrameMkLst>
        </pc:graphicFrameChg>
        <pc:cxnChg chg="add mod">
          <ac:chgData name="任 贵斌" userId="bf69534e0d83a1ae" providerId="LiveId" clId="{16E96CA4-9853-5F41-B31C-69CDF084413F}" dt="2023-05-11T01:05:52.804" v="4181" actId="1038"/>
          <ac:cxnSpMkLst>
            <pc:docMk/>
            <pc:sldMk cId="0" sldId="275"/>
            <ac:cxnSpMk id="3" creationId="{F00FFDCA-5641-B4E6-EB0D-75942B0DF16E}"/>
          </ac:cxnSpMkLst>
        </pc:cxnChg>
      </pc:sldChg>
      <pc:sldChg chg="del">
        <pc:chgData name="任 贵斌" userId="bf69534e0d83a1ae" providerId="LiveId" clId="{16E96CA4-9853-5F41-B31C-69CDF084413F}" dt="2023-05-11T00:59:39.440" v="3683" actId="2696"/>
        <pc:sldMkLst>
          <pc:docMk/>
          <pc:sldMk cId="0" sldId="276"/>
        </pc:sldMkLst>
      </pc:sldChg>
      <pc:sldChg chg="del">
        <pc:chgData name="任 贵斌" userId="bf69534e0d83a1ae" providerId="LiveId" clId="{16E96CA4-9853-5F41-B31C-69CDF084413F}" dt="2023-05-11T00:59:39.443" v="3684" actId="2696"/>
        <pc:sldMkLst>
          <pc:docMk/>
          <pc:sldMk cId="0" sldId="277"/>
        </pc:sldMkLst>
      </pc:sldChg>
      <pc:sldChg chg="del">
        <pc:chgData name="任 贵斌" userId="bf69534e0d83a1ae" providerId="LiveId" clId="{16E96CA4-9853-5F41-B31C-69CDF084413F}" dt="2023-05-11T00:59:39.448" v="3685" actId="2696"/>
        <pc:sldMkLst>
          <pc:docMk/>
          <pc:sldMk cId="0" sldId="278"/>
        </pc:sldMkLst>
      </pc:sldChg>
      <pc:sldChg chg="del">
        <pc:chgData name="任 贵斌" userId="bf69534e0d83a1ae" providerId="LiveId" clId="{16E96CA4-9853-5F41-B31C-69CDF084413F}" dt="2023-05-06T01:42:20.636" v="806" actId="2696"/>
        <pc:sldMkLst>
          <pc:docMk/>
          <pc:sldMk cId="2491737484" sldId="299"/>
        </pc:sldMkLst>
      </pc:sldChg>
      <pc:sldChg chg="modSp mod">
        <pc:chgData name="任 贵斌" userId="bf69534e0d83a1ae" providerId="LiveId" clId="{16E96CA4-9853-5F41-B31C-69CDF084413F}" dt="2023-05-10T22:56:43.843" v="1947" actId="20577"/>
        <pc:sldMkLst>
          <pc:docMk/>
          <pc:sldMk cId="1130133507" sldId="309"/>
        </pc:sldMkLst>
        <pc:graphicFrameChg chg="mod modGraphic">
          <ac:chgData name="任 贵斌" userId="bf69534e0d83a1ae" providerId="LiveId" clId="{16E96CA4-9853-5F41-B31C-69CDF084413F}" dt="2023-05-10T22:56:43.843" v="1947" actId="20577"/>
          <ac:graphicFrameMkLst>
            <pc:docMk/>
            <pc:sldMk cId="1130133507" sldId="309"/>
            <ac:graphicFrameMk id="2" creationId="{00000000-0000-0000-0000-000000000000}"/>
          </ac:graphicFrameMkLst>
        </pc:graphicFrameChg>
      </pc:sldChg>
      <pc:sldChg chg="addSp delSp modSp del mod">
        <pc:chgData name="任 贵斌" userId="bf69534e0d83a1ae" providerId="LiveId" clId="{16E96CA4-9853-5F41-B31C-69CDF084413F}" dt="2023-05-06T00:43:54.095" v="677" actId="2696"/>
        <pc:sldMkLst>
          <pc:docMk/>
          <pc:sldMk cId="3816348704" sldId="316"/>
        </pc:sldMkLst>
        <pc:spChg chg="mod">
          <ac:chgData name="任 贵斌" userId="bf69534e0d83a1ae" providerId="LiveId" clId="{16E96CA4-9853-5F41-B31C-69CDF084413F}" dt="2023-05-06T00:00:32.132" v="5" actId="20577"/>
          <ac:spMkLst>
            <pc:docMk/>
            <pc:sldMk cId="3816348704" sldId="316"/>
            <ac:spMk id="18" creationId="{00000000-0000-0000-0000-000000000000}"/>
          </ac:spMkLst>
        </pc:spChg>
        <pc:graphicFrameChg chg="add del mod">
          <ac:chgData name="任 贵斌" userId="bf69534e0d83a1ae" providerId="LiveId" clId="{16E96CA4-9853-5F41-B31C-69CDF084413F}" dt="2023-05-06T00:10:59.295" v="313"/>
          <ac:graphicFrameMkLst>
            <pc:docMk/>
            <pc:sldMk cId="3816348704" sldId="316"/>
            <ac:graphicFrameMk id="2" creationId="{F528328F-8349-3DF0-216A-2A65F12141F8}"/>
          </ac:graphicFrameMkLst>
        </pc:graphicFrameChg>
        <pc:graphicFrameChg chg="add mod modGraphic">
          <ac:chgData name="任 贵斌" userId="bf69534e0d83a1ae" providerId="LiveId" clId="{16E96CA4-9853-5F41-B31C-69CDF084413F}" dt="2023-05-06T00:12:35.197" v="330" actId="1076"/>
          <ac:graphicFrameMkLst>
            <pc:docMk/>
            <pc:sldMk cId="3816348704" sldId="316"/>
            <ac:graphicFrameMk id="4" creationId="{330651E8-668A-C9CA-C564-BCF3F0B63998}"/>
          </ac:graphicFrameMkLst>
        </pc:graphicFrameChg>
        <pc:graphicFrameChg chg="add mod modGraphic">
          <ac:chgData name="任 贵斌" userId="bf69534e0d83a1ae" providerId="LiveId" clId="{16E96CA4-9853-5F41-B31C-69CDF084413F}" dt="2023-05-06T00:14:34.536" v="364" actId="1076"/>
          <ac:graphicFrameMkLst>
            <pc:docMk/>
            <pc:sldMk cId="3816348704" sldId="316"/>
            <ac:graphicFrameMk id="5" creationId="{D0A2CC77-B381-6BEF-8460-9FC87AF8CF52}"/>
          </ac:graphicFrameMkLst>
        </pc:graphicFrameChg>
        <pc:picChg chg="add del">
          <ac:chgData name="任 贵斌" userId="bf69534e0d83a1ae" providerId="LiveId" clId="{16E96CA4-9853-5F41-B31C-69CDF084413F}" dt="2023-05-06T00:11:11.319" v="320" actId="478"/>
          <ac:picMkLst>
            <pc:docMk/>
            <pc:sldMk cId="3816348704" sldId="316"/>
            <ac:picMk id="3" creationId="{00000000-0000-0000-0000-000000000000}"/>
          </ac:picMkLst>
        </pc:picChg>
        <pc:picChg chg="add mod">
          <ac:chgData name="任 贵斌" userId="bf69534e0d83a1ae" providerId="LiveId" clId="{16E96CA4-9853-5F41-B31C-69CDF084413F}" dt="2023-05-06T00:14:02.774" v="334" actId="1076"/>
          <ac:picMkLst>
            <pc:docMk/>
            <pc:sldMk cId="3816348704" sldId="316"/>
            <ac:picMk id="6" creationId="{8CC2F926-9537-BA88-B455-24DDB68B6989}"/>
          </ac:picMkLst>
        </pc:picChg>
      </pc:sldChg>
      <pc:sldChg chg="addSp delSp modSp mod ord">
        <pc:chgData name="任 贵斌" userId="bf69534e0d83a1ae" providerId="LiveId" clId="{16E96CA4-9853-5F41-B31C-69CDF084413F}" dt="2023-05-06T01:00:29.376" v="694" actId="20577"/>
        <pc:sldMkLst>
          <pc:docMk/>
          <pc:sldMk cId="2956970640" sldId="317"/>
        </pc:sldMkLst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2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3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4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5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6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7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8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9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10" creationId="{00000000-0000-0000-0000-000000000000}"/>
          </ac:spMkLst>
        </pc:spChg>
        <pc:spChg chg="del">
          <ac:chgData name="任 贵斌" userId="bf69534e0d83a1ae" providerId="LiveId" clId="{16E96CA4-9853-5F41-B31C-69CDF084413F}" dt="2023-05-06T00:01:33.470" v="38" actId="478"/>
          <ac:spMkLst>
            <pc:docMk/>
            <pc:sldMk cId="2956970640" sldId="317"/>
            <ac:spMk id="11" creationId="{00000000-0000-0000-0000-000000000000}"/>
          </ac:spMkLst>
        </pc:spChg>
        <pc:spChg chg="add del mod">
          <ac:chgData name="任 贵斌" userId="bf69534e0d83a1ae" providerId="LiveId" clId="{16E96CA4-9853-5F41-B31C-69CDF084413F}" dt="2023-05-06T00:03:45.744" v="67" actId="478"/>
          <ac:spMkLst>
            <pc:docMk/>
            <pc:sldMk cId="2956970640" sldId="317"/>
            <ac:spMk id="12" creationId="{6799F2BD-21E4-3C14-1F1A-61AFE1AAFA93}"/>
          </ac:spMkLst>
        </pc:spChg>
        <pc:spChg chg="add mod">
          <ac:chgData name="任 贵斌" userId="bf69534e0d83a1ae" providerId="LiveId" clId="{16E96CA4-9853-5F41-B31C-69CDF084413F}" dt="2023-05-06T00:07:21.109" v="310" actId="113"/>
          <ac:spMkLst>
            <pc:docMk/>
            <pc:sldMk cId="2956970640" sldId="317"/>
            <ac:spMk id="13" creationId="{568F582D-CA8A-0294-1FA2-8901FD79DD37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15" creationId="{650DF65F-3877-FEAB-0840-D03E4581EC70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16" creationId="{8D5A095B-207B-8631-3105-2957E2ABE275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17" creationId="{68052413-25BF-5A7E-5F96-0564FF3AAD82}"/>
          </ac:spMkLst>
        </pc:spChg>
        <pc:spChg chg="mod">
          <ac:chgData name="任 贵斌" userId="bf69534e0d83a1ae" providerId="LiveId" clId="{16E96CA4-9853-5F41-B31C-69CDF084413F}" dt="2023-05-06T01:00:29.376" v="694" actId="20577"/>
          <ac:spMkLst>
            <pc:docMk/>
            <pc:sldMk cId="2956970640" sldId="317"/>
            <ac:spMk id="18" creationId="{00000000-0000-0000-0000-000000000000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19" creationId="{D4BAAB07-33C8-4051-42EE-7BF01E6A3DDA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0" creationId="{B121EE4E-A62E-9684-DC8B-E5FA1151EDE5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1" creationId="{CFC04762-5AE3-2DCD-70A8-F6C09CAA5671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2" creationId="{D22142C3-B66B-8AD7-5BCC-3B3C9B61FE08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3" creationId="{BFF25BE7-899C-71FA-711D-BDFFBE929CF6}"/>
          </ac:spMkLst>
        </pc:spChg>
        <pc:spChg chg="add 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4" creationId="{A8E82298-54D3-417D-491D-98717C8DE710}"/>
          </ac:spMkLst>
        </pc:spChg>
        <pc:spChg chg="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6" creationId="{BC94A451-AC8A-93E0-9E55-2FCF56B22959}"/>
          </ac:spMkLst>
        </pc:spChg>
        <pc:spChg chg="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7" creationId="{C03524FF-BB77-0F55-3DD7-D8CBAF1987BC}"/>
          </ac:spMkLst>
        </pc:spChg>
        <pc:spChg chg="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8" creationId="{D27070FA-727E-6079-8B05-A14944C8A750}"/>
          </ac:spMkLst>
        </pc:spChg>
        <pc:spChg chg="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29" creationId="{5E1C7605-8C37-88D3-CACD-C9C8DBC2CA07}"/>
          </ac:spMkLst>
        </pc:spChg>
        <pc:spChg chg="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30" creationId="{1297CC2F-7313-9370-241C-932FF46702CA}"/>
          </ac:spMkLst>
        </pc:spChg>
        <pc:spChg chg="mod">
          <ac:chgData name="任 贵斌" userId="bf69534e0d83a1ae" providerId="LiveId" clId="{16E96CA4-9853-5F41-B31C-69CDF084413F}" dt="2023-05-06T00:06:36.739" v="282" actId="1036"/>
          <ac:spMkLst>
            <pc:docMk/>
            <pc:sldMk cId="2956970640" sldId="317"/>
            <ac:spMk id="31" creationId="{AE566D02-900F-ED2E-0816-58E2408420E3}"/>
          </ac:spMkLst>
        </pc:spChg>
        <pc:spChg chg="add mod">
          <ac:chgData name="任 贵斌" userId="bf69534e0d83a1ae" providerId="LiveId" clId="{16E96CA4-9853-5F41-B31C-69CDF084413F}" dt="2023-05-06T00:06:50.857" v="301" actId="1035"/>
          <ac:spMkLst>
            <pc:docMk/>
            <pc:sldMk cId="2956970640" sldId="317"/>
            <ac:spMk id="32" creationId="{238ADF16-68DE-229C-ED1D-40CFC0C41F9B}"/>
          </ac:spMkLst>
        </pc:spChg>
        <pc:spChg chg="add mod">
          <ac:chgData name="任 贵斌" userId="bf69534e0d83a1ae" providerId="LiveId" clId="{16E96CA4-9853-5F41-B31C-69CDF084413F}" dt="2023-05-06T00:06:46.051" v="286" actId="207"/>
          <ac:spMkLst>
            <pc:docMk/>
            <pc:sldMk cId="2956970640" sldId="317"/>
            <ac:spMk id="36" creationId="{1F7013D3-17BB-C837-3EAB-DAD0E5E06EB0}"/>
          </ac:spMkLst>
        </pc:spChg>
        <pc:grpChg chg="add mod">
          <ac:chgData name="任 贵斌" userId="bf69534e0d83a1ae" providerId="LiveId" clId="{16E96CA4-9853-5F41-B31C-69CDF084413F}" dt="2023-05-06T00:06:36.739" v="282" actId="1036"/>
          <ac:grpSpMkLst>
            <pc:docMk/>
            <pc:sldMk cId="2956970640" sldId="317"/>
            <ac:grpSpMk id="25" creationId="{89D85FD7-3809-C86C-D30F-61A8068C3208}"/>
          </ac:grpSpMkLst>
        </pc:grpChg>
        <pc:grpChg chg="add mod">
          <ac:chgData name="任 贵斌" userId="bf69534e0d83a1ae" providerId="LiveId" clId="{16E96CA4-9853-5F41-B31C-69CDF084413F}" dt="2023-05-06T00:06:36.739" v="282" actId="1036"/>
          <ac:grpSpMkLst>
            <pc:docMk/>
            <pc:sldMk cId="2956970640" sldId="317"/>
            <ac:grpSpMk id="35" creationId="{99B0ECA7-F14F-E812-CC09-221B04771B7E}"/>
          </ac:grpSpMkLst>
        </pc:grpChg>
        <pc:cxnChg chg="add del mod">
          <ac:chgData name="任 贵斌" userId="bf69534e0d83a1ae" providerId="LiveId" clId="{16E96CA4-9853-5F41-B31C-69CDF084413F}" dt="2023-05-06T00:03:43.932" v="66" actId="478"/>
          <ac:cxnSpMkLst>
            <pc:docMk/>
            <pc:sldMk cId="2956970640" sldId="317"/>
            <ac:cxnSpMk id="14" creationId="{0D09B881-4165-0CC9-8758-885E42D685F7}"/>
          </ac:cxnSpMkLst>
        </pc:cxnChg>
        <pc:cxnChg chg="add mod">
          <ac:chgData name="任 贵斌" userId="bf69534e0d83a1ae" providerId="LiveId" clId="{16E96CA4-9853-5F41-B31C-69CDF084413F}" dt="2023-05-06T00:06:50.857" v="301" actId="1035"/>
          <ac:cxnSpMkLst>
            <pc:docMk/>
            <pc:sldMk cId="2956970640" sldId="317"/>
            <ac:cxnSpMk id="33" creationId="{3611DAF0-0D51-3335-07DC-DF2E837245E9}"/>
          </ac:cxnSpMkLst>
        </pc:cxnChg>
      </pc:sldChg>
      <pc:sldChg chg="del">
        <pc:chgData name="任 贵斌" userId="bf69534e0d83a1ae" providerId="LiveId" clId="{16E96CA4-9853-5F41-B31C-69CDF084413F}" dt="2023-05-06T01:42:18.389" v="805" actId="2696"/>
        <pc:sldMkLst>
          <pc:docMk/>
          <pc:sldMk cId="1994430033" sldId="318"/>
        </pc:sldMkLst>
      </pc:sldChg>
      <pc:sldChg chg="add ord">
        <pc:chgData name="任 贵斌" userId="bf69534e0d83a1ae" providerId="LiveId" clId="{16E96CA4-9853-5F41-B31C-69CDF084413F}" dt="2023-05-06T03:34:00.339" v="862" actId="20578"/>
        <pc:sldMkLst>
          <pc:docMk/>
          <pc:sldMk cId="922151171" sldId="326"/>
        </pc:sldMkLst>
      </pc:sldChg>
      <pc:sldChg chg="add">
        <pc:chgData name="任 贵斌" userId="bf69534e0d83a1ae" providerId="LiveId" clId="{16E96CA4-9853-5F41-B31C-69CDF084413F}" dt="2023-05-06T03:33:48.912" v="861"/>
        <pc:sldMkLst>
          <pc:docMk/>
          <pc:sldMk cId="1586485174" sldId="328"/>
        </pc:sldMkLst>
      </pc:sldChg>
      <pc:sldChg chg="modSp mod">
        <pc:chgData name="任 贵斌" userId="bf69534e0d83a1ae" providerId="LiveId" clId="{16E96CA4-9853-5F41-B31C-69CDF084413F}" dt="2023-05-11T00:10:40.461" v="2613" actId="1035"/>
        <pc:sldMkLst>
          <pc:docMk/>
          <pc:sldMk cId="996832426" sldId="569"/>
        </pc:sldMkLst>
        <pc:spChg chg="mod">
          <ac:chgData name="任 贵斌" userId="bf69534e0d83a1ae" providerId="LiveId" clId="{16E96CA4-9853-5F41-B31C-69CDF084413F}" dt="2023-05-11T00:10:35.960" v="2602" actId="1035"/>
          <ac:spMkLst>
            <pc:docMk/>
            <pc:sldMk cId="996832426" sldId="569"/>
            <ac:spMk id="9" creationId="{8AA62F2E-611B-9316-0D3A-61D2AE79673A}"/>
          </ac:spMkLst>
        </pc:spChg>
        <pc:spChg chg="mod">
          <ac:chgData name="任 贵斌" userId="bf69534e0d83a1ae" providerId="LiveId" clId="{16E96CA4-9853-5F41-B31C-69CDF084413F}" dt="2023-05-11T00:10:40.461" v="2613" actId="1035"/>
          <ac:spMkLst>
            <pc:docMk/>
            <pc:sldMk cId="996832426" sldId="569"/>
            <ac:spMk id="11" creationId="{43FA43B4-3A6C-515D-27EE-0B3CB5C7C857}"/>
          </ac:spMkLst>
        </pc:spChg>
        <pc:spChg chg="mod">
          <ac:chgData name="任 贵斌" userId="bf69534e0d83a1ae" providerId="LiveId" clId="{16E96CA4-9853-5F41-B31C-69CDF084413F}" dt="2023-05-06T00:43:44.293" v="676" actId="208"/>
          <ac:spMkLst>
            <pc:docMk/>
            <pc:sldMk cId="996832426" sldId="569"/>
            <ac:spMk id="33" creationId="{709748A1-C419-5F07-6796-B76D688A3DB7}"/>
          </ac:spMkLst>
        </pc:spChg>
        <pc:graphicFrameChg chg="modGraphic">
          <ac:chgData name="任 贵斌" userId="bf69534e0d83a1ae" providerId="LiveId" clId="{16E96CA4-9853-5F41-B31C-69CDF084413F}" dt="2023-05-11T00:10:19.319" v="2593" actId="20577"/>
          <ac:graphicFrameMkLst>
            <pc:docMk/>
            <pc:sldMk cId="996832426" sldId="569"/>
            <ac:graphicFrameMk id="32" creationId="{406CDAC2-3F73-399F-1755-C8F4D79BFD1E}"/>
          </ac:graphicFrameMkLst>
        </pc:graphicFrameChg>
      </pc:sldChg>
      <pc:sldChg chg="add del">
        <pc:chgData name="任 贵斌" userId="bf69534e0d83a1ae" providerId="LiveId" clId="{16E96CA4-9853-5F41-B31C-69CDF084413F}" dt="2023-05-06T01:42:17.725" v="804" actId="2696"/>
        <pc:sldMkLst>
          <pc:docMk/>
          <pc:sldMk cId="1315541625" sldId="570"/>
        </pc:sldMkLst>
      </pc:sldChg>
      <pc:sldChg chg="add del">
        <pc:chgData name="任 贵斌" userId="bf69534e0d83a1ae" providerId="LiveId" clId="{16E96CA4-9853-5F41-B31C-69CDF084413F}" dt="2023-05-06T00:11:05.495" v="317"/>
        <pc:sldMkLst>
          <pc:docMk/>
          <pc:sldMk cId="659259411" sldId="571"/>
        </pc:sldMkLst>
      </pc:sldChg>
      <pc:sldChg chg="add del">
        <pc:chgData name="任 贵斌" userId="bf69534e0d83a1ae" providerId="LiveId" clId="{16E96CA4-9853-5F41-B31C-69CDF084413F}" dt="2023-05-06T00:43:55.866" v="678" actId="2696"/>
        <pc:sldMkLst>
          <pc:docMk/>
          <pc:sldMk cId="722163493" sldId="571"/>
        </pc:sldMkLst>
      </pc:sldChg>
      <pc:sldChg chg="addSp delSp modSp add mod">
        <pc:chgData name="任 贵斌" userId="bf69534e0d83a1ae" providerId="LiveId" clId="{16E96CA4-9853-5F41-B31C-69CDF084413F}" dt="2023-05-11T00:31:24.954" v="2781" actId="14100"/>
        <pc:sldMkLst>
          <pc:docMk/>
          <pc:sldMk cId="1419588576" sldId="572"/>
        </pc:sldMkLst>
        <pc:spChg chg="add del mod">
          <ac:chgData name="任 贵斌" userId="bf69534e0d83a1ae" providerId="LiveId" clId="{16E96CA4-9853-5F41-B31C-69CDF084413F}" dt="2023-05-06T00:15:14.567" v="370" actId="478"/>
          <ac:spMkLst>
            <pc:docMk/>
            <pc:sldMk cId="1419588576" sldId="572"/>
            <ac:spMk id="3" creationId="{217CAB8A-8F4B-BA06-08D4-6907FE5303B3}"/>
          </ac:spMkLst>
        </pc:spChg>
        <pc:spChg chg="add mod">
          <ac:chgData name="任 贵斌" userId="bf69534e0d83a1ae" providerId="LiveId" clId="{16E96CA4-9853-5F41-B31C-69CDF084413F}" dt="2023-05-06T00:43:36.088" v="674" actId="208"/>
          <ac:spMkLst>
            <pc:docMk/>
            <pc:sldMk cId="1419588576" sldId="572"/>
            <ac:spMk id="3" creationId="{C71DC416-53AE-D54E-37FB-28EEA55664E7}"/>
          </ac:spMkLst>
        </pc:spChg>
        <pc:spChg chg="add del mod">
          <ac:chgData name="任 贵斌" userId="bf69534e0d83a1ae" providerId="LiveId" clId="{16E96CA4-9853-5F41-B31C-69CDF084413F}" dt="2023-05-06T00:15:14.567" v="370" actId="478"/>
          <ac:spMkLst>
            <pc:docMk/>
            <pc:sldMk cId="1419588576" sldId="572"/>
            <ac:spMk id="7" creationId="{AED4BC8E-7644-BAC0-B785-5F732643DBBD}"/>
          </ac:spMkLst>
        </pc:spChg>
        <pc:spChg chg="add del mod">
          <ac:chgData name="任 贵斌" userId="bf69534e0d83a1ae" providerId="LiveId" clId="{16E96CA4-9853-5F41-B31C-69CDF084413F}" dt="2023-05-06T00:15:14.567" v="370" actId="478"/>
          <ac:spMkLst>
            <pc:docMk/>
            <pc:sldMk cId="1419588576" sldId="572"/>
            <ac:spMk id="8" creationId="{2029663F-7451-39BA-5A97-4DE3955E6DF8}"/>
          </ac:spMkLst>
        </pc:spChg>
        <pc:spChg chg="add del mod">
          <ac:chgData name="任 贵斌" userId="bf69534e0d83a1ae" providerId="LiveId" clId="{16E96CA4-9853-5F41-B31C-69CDF084413F}" dt="2023-05-06T00:15:14.567" v="370" actId="478"/>
          <ac:spMkLst>
            <pc:docMk/>
            <pc:sldMk cId="1419588576" sldId="572"/>
            <ac:spMk id="9" creationId="{EA5BFD2C-2A04-B3FA-DCD0-B7A636D2A86C}"/>
          </ac:spMkLst>
        </pc:spChg>
        <pc:spChg chg="add del mod">
          <ac:chgData name="任 贵斌" userId="bf69534e0d83a1ae" providerId="LiveId" clId="{16E96CA4-9853-5F41-B31C-69CDF084413F}" dt="2023-05-06T00:15:14.567" v="370" actId="478"/>
          <ac:spMkLst>
            <pc:docMk/>
            <pc:sldMk cId="1419588576" sldId="572"/>
            <ac:spMk id="10" creationId="{B3C6C0A1-7DB7-4228-FD00-F647332C17FF}"/>
          </ac:spMkLst>
        </pc:spChg>
        <pc:spChg chg="add mod">
          <ac:chgData name="任 贵斌" userId="bf69534e0d83a1ae" providerId="LiveId" clId="{16E96CA4-9853-5F41-B31C-69CDF084413F}" dt="2023-05-06T00:42:49.838" v="664" actId="1037"/>
          <ac:spMkLst>
            <pc:docMk/>
            <pc:sldMk cId="1419588576" sldId="572"/>
            <ac:spMk id="13" creationId="{D874FC5F-3B41-31FC-C4E5-9930FA6C377C}"/>
          </ac:spMkLst>
        </pc:spChg>
        <pc:spChg chg="add del mod">
          <ac:chgData name="任 贵斌" userId="bf69534e0d83a1ae" providerId="LiveId" clId="{16E96CA4-9853-5F41-B31C-69CDF084413F}" dt="2023-05-06T00:15:30.752" v="373" actId="478"/>
          <ac:spMkLst>
            <pc:docMk/>
            <pc:sldMk cId="1419588576" sldId="572"/>
            <ac:spMk id="14" creationId="{47092479-9AEF-CF12-E130-290DBB638020}"/>
          </ac:spMkLst>
        </pc:spChg>
        <pc:spChg chg="add mod">
          <ac:chgData name="任 贵斌" userId="bf69534e0d83a1ae" providerId="LiveId" clId="{16E96CA4-9853-5F41-B31C-69CDF084413F}" dt="2023-05-11T00:27:31.158" v="2677" actId="1076"/>
          <ac:spMkLst>
            <pc:docMk/>
            <pc:sldMk cId="1419588576" sldId="572"/>
            <ac:spMk id="15" creationId="{3BB95BF5-67CD-F70B-9387-567321C5ED56}"/>
          </ac:spMkLst>
        </pc:spChg>
        <pc:spChg chg="add mod">
          <ac:chgData name="任 贵斌" userId="bf69534e0d83a1ae" providerId="LiveId" clId="{16E96CA4-9853-5F41-B31C-69CDF084413F}" dt="2023-05-11T00:27:33.580" v="2678" actId="1076"/>
          <ac:spMkLst>
            <pc:docMk/>
            <pc:sldMk cId="1419588576" sldId="572"/>
            <ac:spMk id="16" creationId="{F459FE4B-053C-FF10-515A-D6AF49ABB9F5}"/>
          </ac:spMkLst>
        </pc:spChg>
        <pc:spChg chg="add mod">
          <ac:chgData name="任 贵斌" userId="bf69534e0d83a1ae" providerId="LiveId" clId="{16E96CA4-9853-5F41-B31C-69CDF084413F}" dt="2023-05-06T00:42:49.838" v="664" actId="1037"/>
          <ac:spMkLst>
            <pc:docMk/>
            <pc:sldMk cId="1419588576" sldId="572"/>
            <ac:spMk id="17" creationId="{92B7E1D8-6288-8A77-0A66-A5ABD92855B0}"/>
          </ac:spMkLst>
        </pc:spChg>
        <pc:graphicFrameChg chg="add del mod modGraphic">
          <ac:chgData name="任 贵斌" userId="bf69534e0d83a1ae" providerId="LiveId" clId="{16E96CA4-9853-5F41-B31C-69CDF084413F}" dt="2023-05-11T00:31:14.144" v="2778" actId="478"/>
          <ac:graphicFrameMkLst>
            <pc:docMk/>
            <pc:sldMk cId="1419588576" sldId="572"/>
            <ac:graphicFrameMk id="2" creationId="{5E13C114-AF65-BE46-1F57-6F2B709AFFD8}"/>
          </ac:graphicFrameMkLst>
        </pc:graphicFrameChg>
        <pc:graphicFrameChg chg="add del mod">
          <ac:chgData name="任 贵斌" userId="bf69534e0d83a1ae" providerId="LiveId" clId="{16E96CA4-9853-5F41-B31C-69CDF084413F}" dt="2023-05-06T00:15:14.567" v="370" actId="478"/>
          <ac:graphicFrameMkLst>
            <pc:docMk/>
            <pc:sldMk cId="1419588576" sldId="572"/>
            <ac:graphicFrameMk id="2" creationId="{7354B1CD-6C25-5638-3BFC-73FC5C7AE0B8}"/>
          </ac:graphicFrameMkLst>
        </pc:graphicFrameChg>
        <pc:graphicFrameChg chg="del">
          <ac:chgData name="任 贵斌" userId="bf69534e0d83a1ae" providerId="LiveId" clId="{16E96CA4-9853-5F41-B31C-69CDF084413F}" dt="2023-05-06T00:16:36.469" v="419" actId="478"/>
          <ac:graphicFrameMkLst>
            <pc:docMk/>
            <pc:sldMk cId="1419588576" sldId="572"/>
            <ac:graphicFrameMk id="4" creationId="{330651E8-668A-C9CA-C564-BCF3F0B63998}"/>
          </ac:graphicFrameMkLst>
        </pc:graphicFrameChg>
        <pc:graphicFrameChg chg="add mod modGraphic">
          <ac:chgData name="任 贵斌" userId="bf69534e0d83a1ae" providerId="LiveId" clId="{16E96CA4-9853-5F41-B31C-69CDF084413F}" dt="2023-05-11T00:31:24.954" v="2781" actId="14100"/>
          <ac:graphicFrameMkLst>
            <pc:docMk/>
            <pc:sldMk cId="1419588576" sldId="572"/>
            <ac:graphicFrameMk id="4" creationId="{7574D838-4968-DA0F-BDCF-C4C28FD0AE26}"/>
          </ac:graphicFrameMkLst>
        </pc:graphicFrameChg>
        <pc:graphicFrameChg chg="del modGraphic">
          <ac:chgData name="任 贵斌" userId="bf69534e0d83a1ae" providerId="LiveId" clId="{16E96CA4-9853-5F41-B31C-69CDF084413F}" dt="2023-05-06T00:14:53.692" v="367" actId="478"/>
          <ac:graphicFrameMkLst>
            <pc:docMk/>
            <pc:sldMk cId="1419588576" sldId="572"/>
            <ac:graphicFrameMk id="5" creationId="{D0A2CC77-B381-6BEF-8460-9FC87AF8CF52}"/>
          </ac:graphicFrameMkLst>
        </pc:graphicFrameChg>
        <pc:graphicFrameChg chg="add mod modGraphic">
          <ac:chgData name="任 贵斌" userId="bf69534e0d83a1ae" providerId="LiveId" clId="{16E96CA4-9853-5F41-B31C-69CDF084413F}" dt="2023-05-11T00:27:27.158" v="2676" actId="20577"/>
          <ac:graphicFrameMkLst>
            <pc:docMk/>
            <pc:sldMk cId="1419588576" sldId="572"/>
            <ac:graphicFrameMk id="11" creationId="{A274E37F-0313-920D-1A57-0CE9017A31CA}"/>
          </ac:graphicFrameMkLst>
        </pc:graphicFrameChg>
        <pc:graphicFrameChg chg="add del mod modGraphic">
          <ac:chgData name="任 贵斌" userId="bf69534e0d83a1ae" providerId="LiveId" clId="{16E96CA4-9853-5F41-B31C-69CDF084413F}" dt="2023-05-06T00:41:10.065" v="638" actId="478"/>
          <ac:graphicFrameMkLst>
            <pc:docMk/>
            <pc:sldMk cId="1419588576" sldId="572"/>
            <ac:graphicFrameMk id="19" creationId="{86149053-6D78-EAB2-2911-0D27EA6A9CE7}"/>
          </ac:graphicFrameMkLst>
        </pc:graphicFrameChg>
        <pc:picChg chg="del">
          <ac:chgData name="任 贵斌" userId="bf69534e0d83a1ae" providerId="LiveId" clId="{16E96CA4-9853-5F41-B31C-69CDF084413F}" dt="2023-05-06T00:14:54.562" v="368" actId="478"/>
          <ac:picMkLst>
            <pc:docMk/>
            <pc:sldMk cId="1419588576" sldId="572"/>
            <ac:picMk id="6" creationId="{8CC2F926-9537-BA88-B455-24DDB68B6989}"/>
          </ac:picMkLst>
        </pc:picChg>
        <pc:picChg chg="add mod">
          <ac:chgData name="任 贵斌" userId="bf69534e0d83a1ae" providerId="LiveId" clId="{16E96CA4-9853-5F41-B31C-69CDF084413F}" dt="2023-05-06T00:42:49.838" v="664" actId="1037"/>
          <ac:picMkLst>
            <pc:docMk/>
            <pc:sldMk cId="1419588576" sldId="572"/>
            <ac:picMk id="12" creationId="{94503B5C-4BD4-C441-B01C-F3FAE618DFE0}"/>
          </ac:picMkLst>
        </pc:picChg>
        <pc:picChg chg="add del mod">
          <ac:chgData name="任 贵斌" userId="bf69534e0d83a1ae" providerId="LiveId" clId="{16E96CA4-9853-5F41-B31C-69CDF084413F}" dt="2023-05-06T00:41:07.753" v="637" actId="478"/>
          <ac:picMkLst>
            <pc:docMk/>
            <pc:sldMk cId="1419588576" sldId="572"/>
            <ac:picMk id="20" creationId="{D705E4D2-CB8E-A244-8817-B8A8253E0213}"/>
          </ac:picMkLst>
        </pc:picChg>
      </pc:sldChg>
      <pc:sldChg chg="add del">
        <pc:chgData name="任 贵斌" userId="bf69534e0d83a1ae" providerId="LiveId" clId="{16E96CA4-9853-5F41-B31C-69CDF084413F}" dt="2023-05-06T00:11:04.757" v="316"/>
        <pc:sldMkLst>
          <pc:docMk/>
          <pc:sldMk cId="2313096157" sldId="572"/>
        </pc:sldMkLst>
      </pc:sldChg>
      <pc:sldChg chg="addSp delSp modSp add mod">
        <pc:chgData name="任 贵斌" userId="bf69534e0d83a1ae" providerId="LiveId" clId="{16E96CA4-9853-5F41-B31C-69CDF084413F}" dt="2023-05-11T02:41:01.334" v="4297" actId="1038"/>
        <pc:sldMkLst>
          <pc:docMk/>
          <pc:sldMk cId="2688010776" sldId="573"/>
        </pc:sldMkLst>
        <pc:spChg chg="add mod">
          <ac:chgData name="任 贵斌" userId="bf69534e0d83a1ae" providerId="LiveId" clId="{16E96CA4-9853-5F41-B31C-69CDF084413F}" dt="2023-05-11T02:41:01.334" v="4297" actId="1038"/>
          <ac:spMkLst>
            <pc:docMk/>
            <pc:sldMk cId="2688010776" sldId="573"/>
            <ac:spMk id="4" creationId="{EC84831F-E536-67D3-D7CC-D669A0EE3165}"/>
          </ac:spMkLst>
        </pc:spChg>
        <pc:spChg chg="add del mod">
          <ac:chgData name="任 贵斌" userId="bf69534e0d83a1ae" providerId="LiveId" clId="{16E96CA4-9853-5F41-B31C-69CDF084413F}" dt="2023-05-11T00:11:21.039" v="2618" actId="478"/>
          <ac:spMkLst>
            <pc:docMk/>
            <pc:sldMk cId="2688010776" sldId="573"/>
            <ac:spMk id="5" creationId="{5E9147A9-AECA-24C5-CA93-E08F609DBE79}"/>
          </ac:spMkLst>
        </pc:spChg>
        <pc:spChg chg="add del mod">
          <ac:chgData name="任 贵斌" userId="bf69534e0d83a1ae" providerId="LiveId" clId="{16E96CA4-9853-5F41-B31C-69CDF084413F}" dt="2023-05-11T00:11:25.563" v="2620" actId="478"/>
          <ac:spMkLst>
            <pc:docMk/>
            <pc:sldMk cId="2688010776" sldId="573"/>
            <ac:spMk id="6" creationId="{487599A1-D7ED-C5D1-FDE4-4A0DCED7C9D5}"/>
          </ac:spMkLst>
        </pc:spChg>
        <pc:spChg chg="add del mod">
          <ac:chgData name="任 贵斌" userId="bf69534e0d83a1ae" providerId="LiveId" clId="{16E96CA4-9853-5F41-B31C-69CDF084413F}" dt="2023-05-11T00:11:23.745" v="2619" actId="478"/>
          <ac:spMkLst>
            <pc:docMk/>
            <pc:sldMk cId="2688010776" sldId="573"/>
            <ac:spMk id="7" creationId="{73D195BA-D04D-7625-1D58-C2E25489AF90}"/>
          </ac:spMkLst>
        </pc:spChg>
        <pc:spChg chg="del">
          <ac:chgData name="任 贵斌" userId="bf69534e0d83a1ae" providerId="LiveId" clId="{16E96CA4-9853-5F41-B31C-69CDF084413F}" dt="2023-05-06T01:00:39.233" v="699" actId="478"/>
          <ac:spMkLst>
            <pc:docMk/>
            <pc:sldMk cId="2688010776" sldId="573"/>
            <ac:spMk id="13" creationId="{568F582D-CA8A-0294-1FA2-8901FD79DD37}"/>
          </ac:spMkLst>
        </pc:spChg>
        <pc:spChg chg="mod">
          <ac:chgData name="任 贵斌" userId="bf69534e0d83a1ae" providerId="LiveId" clId="{16E96CA4-9853-5F41-B31C-69CDF084413F}" dt="2023-05-06T01:00:36.807" v="698" actId="20577"/>
          <ac:spMkLst>
            <pc:docMk/>
            <pc:sldMk cId="2688010776" sldId="573"/>
            <ac:spMk id="18" creationId="{00000000-0000-0000-0000-000000000000}"/>
          </ac:spMkLst>
        </pc:spChg>
        <pc:spChg chg="del">
          <ac:chgData name="任 贵斌" userId="bf69534e0d83a1ae" providerId="LiveId" clId="{16E96CA4-9853-5F41-B31C-69CDF084413F}" dt="2023-05-06T01:00:39.233" v="699" actId="478"/>
          <ac:spMkLst>
            <pc:docMk/>
            <pc:sldMk cId="2688010776" sldId="573"/>
            <ac:spMk id="32" creationId="{238ADF16-68DE-229C-ED1D-40CFC0C41F9B}"/>
          </ac:spMkLst>
        </pc:spChg>
        <pc:spChg chg="del">
          <ac:chgData name="任 贵斌" userId="bf69534e0d83a1ae" providerId="LiveId" clId="{16E96CA4-9853-5F41-B31C-69CDF084413F}" dt="2023-05-06T01:00:39.233" v="699" actId="478"/>
          <ac:spMkLst>
            <pc:docMk/>
            <pc:sldMk cId="2688010776" sldId="573"/>
            <ac:spMk id="36" creationId="{1F7013D3-17BB-C837-3EAB-DAD0E5E06EB0}"/>
          </ac:spMkLst>
        </pc:spChg>
        <pc:grpChg chg="del">
          <ac:chgData name="任 贵斌" userId="bf69534e0d83a1ae" providerId="LiveId" clId="{16E96CA4-9853-5F41-B31C-69CDF084413F}" dt="2023-05-06T01:00:39.233" v="699" actId="478"/>
          <ac:grpSpMkLst>
            <pc:docMk/>
            <pc:sldMk cId="2688010776" sldId="573"/>
            <ac:grpSpMk id="35" creationId="{99B0ECA7-F14F-E812-CC09-221B04771B7E}"/>
          </ac:grpSpMkLst>
        </pc:grpChg>
        <pc:graphicFrameChg chg="add del mod modGraphic">
          <ac:chgData name="任 贵斌" userId="bf69534e0d83a1ae" providerId="LiveId" clId="{16E96CA4-9853-5F41-B31C-69CDF084413F}" dt="2023-05-11T00:30:45.292" v="2772" actId="478"/>
          <ac:graphicFrameMkLst>
            <pc:docMk/>
            <pc:sldMk cId="2688010776" sldId="573"/>
            <ac:graphicFrameMk id="2" creationId="{534F5113-2654-28E9-A092-7B70E2DF50F7}"/>
          </ac:graphicFrameMkLst>
        </pc:graphicFrameChg>
        <pc:graphicFrameChg chg="add del mod">
          <ac:chgData name="任 贵斌" userId="bf69534e0d83a1ae" providerId="LiveId" clId="{16E96CA4-9853-5F41-B31C-69CDF084413F}" dt="2023-05-11T00:30:55.987" v="2774" actId="478"/>
          <ac:graphicFrameMkLst>
            <pc:docMk/>
            <pc:sldMk cId="2688010776" sldId="573"/>
            <ac:graphicFrameMk id="8" creationId="{96CDF42E-BF7A-250C-4ABA-E4C5796716B2}"/>
          </ac:graphicFrameMkLst>
        </pc:graphicFrameChg>
        <pc:graphicFrameChg chg="add mod modGraphic">
          <ac:chgData name="任 贵斌" userId="bf69534e0d83a1ae" providerId="LiveId" clId="{16E96CA4-9853-5F41-B31C-69CDF084413F}" dt="2023-05-11T00:31:00.746" v="2777" actId="14100"/>
          <ac:graphicFrameMkLst>
            <pc:docMk/>
            <pc:sldMk cId="2688010776" sldId="573"/>
            <ac:graphicFrameMk id="9" creationId="{FF5C299F-AA48-2BA2-6C6D-42381A285C7B}"/>
          </ac:graphicFrameMkLst>
        </pc:graphicFrameChg>
        <pc:picChg chg="add del mod">
          <ac:chgData name="任 贵斌" userId="bf69534e0d83a1ae" providerId="LiveId" clId="{16E96CA4-9853-5F41-B31C-69CDF084413F}" dt="2023-05-11T02:40:49.579" v="4281" actId="478"/>
          <ac:picMkLst>
            <pc:docMk/>
            <pc:sldMk cId="2688010776" sldId="573"/>
            <ac:picMk id="3" creationId="{3F04D316-D72B-FF69-DB00-B90CA9533FF5}"/>
          </ac:picMkLst>
        </pc:picChg>
        <pc:picChg chg="add mod">
          <ac:chgData name="任 贵斌" userId="bf69534e0d83a1ae" providerId="LiveId" clId="{16E96CA4-9853-5F41-B31C-69CDF084413F}" dt="2023-05-11T02:40:57.329" v="4285" actId="1076"/>
          <ac:picMkLst>
            <pc:docMk/>
            <pc:sldMk cId="2688010776" sldId="573"/>
            <ac:picMk id="10" creationId="{C81EDF9F-BCEA-8BD7-E139-D0366FF63264}"/>
          </ac:picMkLst>
        </pc:picChg>
        <pc:cxnChg chg="del">
          <ac:chgData name="任 贵斌" userId="bf69534e0d83a1ae" providerId="LiveId" clId="{16E96CA4-9853-5F41-B31C-69CDF084413F}" dt="2023-05-06T01:00:39.233" v="699" actId="478"/>
          <ac:cxnSpMkLst>
            <pc:docMk/>
            <pc:sldMk cId="2688010776" sldId="573"/>
            <ac:cxnSpMk id="33" creationId="{3611DAF0-0D51-3335-07DC-DF2E837245E9}"/>
          </ac:cxnSpMkLst>
        </pc:cxnChg>
      </pc:sldChg>
      <pc:sldChg chg="modSp add del mod">
        <pc:chgData name="任 贵斌" userId="bf69534e0d83a1ae" providerId="LiveId" clId="{16E96CA4-9853-5F41-B31C-69CDF084413F}" dt="2023-05-06T01:00:31.411" v="695" actId="2696"/>
        <pc:sldMkLst>
          <pc:docMk/>
          <pc:sldMk cId="2909511702" sldId="573"/>
        </pc:sldMkLst>
        <pc:spChg chg="mod">
          <ac:chgData name="任 贵斌" userId="bf69534e0d83a1ae" providerId="LiveId" clId="{16E96CA4-9853-5F41-B31C-69CDF084413F}" dt="2023-05-06T01:00:19.828" v="689" actId="20577"/>
          <ac:spMkLst>
            <pc:docMk/>
            <pc:sldMk cId="2909511702" sldId="573"/>
            <ac:spMk id="18" creationId="{00000000-0000-0000-0000-000000000000}"/>
          </ac:spMkLst>
        </pc:spChg>
      </pc:sldChg>
      <pc:sldChg chg="addSp modSp add del mod">
        <pc:chgData name="任 贵斌" userId="bf69534e0d83a1ae" providerId="LiveId" clId="{16E96CA4-9853-5F41-B31C-69CDF084413F}" dt="2023-05-11T03:00:43.391" v="4307"/>
        <pc:sldMkLst>
          <pc:docMk/>
          <pc:sldMk cId="715144495" sldId="574"/>
        </pc:sldMkLst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2" creationId="{F3E32FF5-9529-9166-963A-1B05B6DA5F5E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3" creationId="{F03F15C9-4FF2-95B6-1442-D0F0BF41C6B2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4" creationId="{DAE05A09-03F0-B87F-D57F-E0750519A69C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5" creationId="{61D9D5E1-E944-340E-C9ED-640EE5FA6289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6" creationId="{D6C36C66-6AE3-7B1A-FFCA-A66EE5157256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7" creationId="{A09F193C-E190-C3FE-B425-6CF44382248D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8" creationId="{B0D33768-86A9-6CED-F726-D22B8033B06F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9" creationId="{BE9D8CFF-3411-53F6-D14D-8FAA3ADD03C8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10" creationId="{B2114813-7707-9B8D-560A-CCA4AA32869A}"/>
          </ac:spMkLst>
        </pc:spChg>
        <pc:spChg chg="add mod">
          <ac:chgData name="任 贵斌" userId="bf69534e0d83a1ae" providerId="LiveId" clId="{16E96CA4-9853-5F41-B31C-69CDF084413F}" dt="2023-05-06T01:41:46.321" v="802"/>
          <ac:spMkLst>
            <pc:docMk/>
            <pc:sldMk cId="715144495" sldId="574"/>
            <ac:spMk id="11" creationId="{DA2B77CD-6D01-6E8F-FF0C-7AB4594EA1B1}"/>
          </ac:spMkLst>
        </pc:spChg>
        <pc:spChg chg="mod">
          <ac:chgData name="任 贵斌" userId="bf69534e0d83a1ae" providerId="LiveId" clId="{16E96CA4-9853-5F41-B31C-69CDF084413F}" dt="2023-05-06T01:41:34.644" v="800" actId="20577"/>
          <ac:spMkLst>
            <pc:docMk/>
            <pc:sldMk cId="715144495" sldId="574"/>
            <ac:spMk id="18" creationId="{00000000-0000-0000-0000-000000000000}"/>
          </ac:spMkLst>
        </pc:spChg>
      </pc:sldChg>
      <pc:sldChg chg="addSp modSp add del">
        <pc:chgData name="任 贵斌" userId="bf69534e0d83a1ae" providerId="LiveId" clId="{16E96CA4-9853-5F41-B31C-69CDF084413F}" dt="2023-05-11T00:59:39.484" v="3689" actId="2696"/>
        <pc:sldMkLst>
          <pc:docMk/>
          <pc:sldMk cId="1709035445" sldId="575"/>
        </pc:sldMkLst>
        <pc:graphicFrameChg chg="add mod">
          <ac:chgData name="任 贵斌" userId="bf69534e0d83a1ae" providerId="LiveId" clId="{16E96CA4-9853-5F41-B31C-69CDF084413F}" dt="2023-05-06T01:42:08.917" v="803"/>
          <ac:graphicFrameMkLst>
            <pc:docMk/>
            <pc:sldMk cId="1709035445" sldId="575"/>
            <ac:graphicFrameMk id="2" creationId="{D11689CA-3169-AF05-A51D-BC51368A90C9}"/>
          </ac:graphicFrameMkLst>
        </pc:graphicFrameChg>
      </pc:sldChg>
      <pc:sldChg chg="delSp modSp add del mod">
        <pc:chgData name="任 贵斌" userId="bf69534e0d83a1ae" providerId="LiveId" clId="{16E96CA4-9853-5F41-B31C-69CDF084413F}" dt="2023-05-11T00:59:39.450" v="3687" actId="2696"/>
        <pc:sldMkLst>
          <pc:docMk/>
          <pc:sldMk cId="4127420653" sldId="576"/>
        </pc:sldMkLst>
        <pc:spChg chg="mod">
          <ac:chgData name="任 贵斌" userId="bf69534e0d83a1ae" providerId="LiveId" clId="{16E96CA4-9853-5F41-B31C-69CDF084413F}" dt="2023-05-06T01:42:41.305" v="818" actId="20577"/>
          <ac:spMkLst>
            <pc:docMk/>
            <pc:sldMk cId="4127420653" sldId="576"/>
            <ac:spMk id="18" creationId="{00000000-0000-0000-0000-000000000000}"/>
          </ac:spMkLst>
        </pc:spChg>
        <pc:graphicFrameChg chg="del">
          <ac:chgData name="任 贵斌" userId="bf69534e0d83a1ae" providerId="LiveId" clId="{16E96CA4-9853-5F41-B31C-69CDF084413F}" dt="2023-05-06T01:48:15.056" v="836" actId="478"/>
          <ac:graphicFrameMkLst>
            <pc:docMk/>
            <pc:sldMk cId="4127420653" sldId="576"/>
            <ac:graphicFrameMk id="2" creationId="{D11689CA-3169-AF05-A51D-BC51368A90C9}"/>
          </ac:graphicFrameMkLst>
        </pc:graphicFrameChg>
      </pc:sldChg>
      <pc:sldChg chg="delSp modSp add del mod">
        <pc:chgData name="任 贵斌" userId="bf69534e0d83a1ae" providerId="LiveId" clId="{16E96CA4-9853-5F41-B31C-69CDF084413F}" dt="2023-05-11T00:59:39.449" v="3686" actId="2696"/>
        <pc:sldMkLst>
          <pc:docMk/>
          <pc:sldMk cId="3078728956" sldId="577"/>
        </pc:sldMkLst>
        <pc:spChg chg="mod">
          <ac:chgData name="任 贵斌" userId="bf69534e0d83a1ae" providerId="LiveId" clId="{16E96CA4-9853-5F41-B31C-69CDF084413F}" dt="2023-05-06T01:42:49.844" v="835" actId="20577"/>
          <ac:spMkLst>
            <pc:docMk/>
            <pc:sldMk cId="3078728956" sldId="577"/>
            <ac:spMk id="18" creationId="{00000000-0000-0000-0000-000000000000}"/>
          </ac:spMkLst>
        </pc:spChg>
        <pc:graphicFrameChg chg="del">
          <ac:chgData name="任 贵斌" userId="bf69534e0d83a1ae" providerId="LiveId" clId="{16E96CA4-9853-5F41-B31C-69CDF084413F}" dt="2023-05-06T01:48:18.015" v="837" actId="478"/>
          <ac:graphicFrameMkLst>
            <pc:docMk/>
            <pc:sldMk cId="3078728956" sldId="577"/>
            <ac:graphicFrameMk id="2" creationId="{D11689CA-3169-AF05-A51D-BC51368A90C9}"/>
          </ac:graphicFrameMkLst>
        </pc:graphicFrameChg>
      </pc:sldChg>
      <pc:sldChg chg="modSp add del mod">
        <pc:chgData name="任 贵斌" userId="bf69534e0d83a1ae" providerId="LiveId" clId="{16E96CA4-9853-5F41-B31C-69CDF084413F}" dt="2023-05-11T00:33:39.299" v="2871" actId="2696"/>
        <pc:sldMkLst>
          <pc:docMk/>
          <pc:sldMk cId="3302388521" sldId="578"/>
        </pc:sldMkLst>
        <pc:picChg chg="mod">
          <ac:chgData name="任 贵斌" userId="bf69534e0d83a1ae" providerId="LiveId" clId="{16E96CA4-9853-5F41-B31C-69CDF084413F}" dt="2023-05-10T23:27:38.811" v="2229" actId="14100"/>
          <ac:picMkLst>
            <pc:docMk/>
            <pc:sldMk cId="3302388521" sldId="578"/>
            <ac:picMk id="4" creationId="{00000000-0000-0000-0000-000000000000}"/>
          </ac:picMkLst>
        </pc:picChg>
      </pc:sldChg>
      <pc:sldChg chg="addSp delSp modSp add mod">
        <pc:chgData name="任 贵斌" userId="bf69534e0d83a1ae" providerId="LiveId" clId="{16E96CA4-9853-5F41-B31C-69CDF084413F}" dt="2023-05-11T00:11:00.660" v="2615" actId="1076"/>
        <pc:sldMkLst>
          <pc:docMk/>
          <pc:sldMk cId="3628949320" sldId="579"/>
        </pc:sldMkLst>
        <pc:spChg chg="del">
          <ac:chgData name="任 贵斌" userId="bf69534e0d83a1ae" providerId="LiveId" clId="{16E96CA4-9853-5F41-B31C-69CDF084413F}" dt="2023-05-10T22:58:32.094" v="2013" actId="478"/>
          <ac:spMkLst>
            <pc:docMk/>
            <pc:sldMk cId="3628949320" sldId="579"/>
            <ac:spMk id="3" creationId="{00000000-0000-0000-0000-000000000000}"/>
          </ac:spMkLst>
        </pc:spChg>
        <pc:spChg chg="del">
          <ac:chgData name="任 贵斌" userId="bf69534e0d83a1ae" providerId="LiveId" clId="{16E96CA4-9853-5F41-B31C-69CDF084413F}" dt="2023-05-10T22:58:32.094" v="2013" actId="478"/>
          <ac:spMkLst>
            <pc:docMk/>
            <pc:sldMk cId="3628949320" sldId="579"/>
            <ac:spMk id="4" creationId="{00000000-0000-0000-0000-000000000000}"/>
          </ac:spMkLst>
        </pc:spChg>
        <pc:spChg chg="del">
          <ac:chgData name="任 贵斌" userId="bf69534e0d83a1ae" providerId="LiveId" clId="{16E96CA4-9853-5F41-B31C-69CDF084413F}" dt="2023-05-10T22:58:32.094" v="2013" actId="478"/>
          <ac:spMkLst>
            <pc:docMk/>
            <pc:sldMk cId="3628949320" sldId="579"/>
            <ac:spMk id="5" creationId="{00000000-0000-0000-0000-000000000000}"/>
          </ac:spMkLst>
        </pc:spChg>
        <pc:spChg chg="del">
          <ac:chgData name="任 贵斌" userId="bf69534e0d83a1ae" providerId="LiveId" clId="{16E96CA4-9853-5F41-B31C-69CDF084413F}" dt="2023-05-10T22:58:32.094" v="2013" actId="478"/>
          <ac:spMkLst>
            <pc:docMk/>
            <pc:sldMk cId="3628949320" sldId="579"/>
            <ac:spMk id="6" creationId="{00000000-0000-0000-0000-000000000000}"/>
          </ac:spMkLst>
        </pc:spChg>
        <pc:spChg chg="del">
          <ac:chgData name="任 贵斌" userId="bf69534e0d83a1ae" providerId="LiveId" clId="{16E96CA4-9853-5F41-B31C-69CDF084413F}" dt="2023-05-10T22:58:32.094" v="2013" actId="478"/>
          <ac:spMkLst>
            <pc:docMk/>
            <pc:sldMk cId="3628949320" sldId="579"/>
            <ac:spMk id="7" creationId="{00000000-0000-0000-0000-000000000000}"/>
          </ac:spMkLst>
        </pc:spChg>
        <pc:spChg chg="del">
          <ac:chgData name="任 贵斌" userId="bf69534e0d83a1ae" providerId="LiveId" clId="{16E96CA4-9853-5F41-B31C-69CDF084413F}" dt="2023-05-10T22:58:32.094" v="2013" actId="478"/>
          <ac:spMkLst>
            <pc:docMk/>
            <pc:sldMk cId="3628949320" sldId="579"/>
            <ac:spMk id="8" creationId="{00000000-0000-0000-0000-000000000000}"/>
          </ac:spMkLst>
        </pc:spChg>
        <pc:spChg chg="del">
          <ac:chgData name="任 贵斌" userId="bf69534e0d83a1ae" providerId="LiveId" clId="{16E96CA4-9853-5F41-B31C-69CDF084413F}" dt="2023-05-10T22:58:32.094" v="2013" actId="478"/>
          <ac:spMkLst>
            <pc:docMk/>
            <pc:sldMk cId="3628949320" sldId="579"/>
            <ac:spMk id="9" creationId="{00000000-0000-0000-0000-000000000000}"/>
          </ac:spMkLst>
        </pc:spChg>
        <pc:spChg chg="add del mod">
          <ac:chgData name="任 贵斌" userId="bf69534e0d83a1ae" providerId="LiveId" clId="{16E96CA4-9853-5F41-B31C-69CDF084413F}" dt="2023-05-11T00:10:53.398" v="2614" actId="478"/>
          <ac:spMkLst>
            <pc:docMk/>
            <pc:sldMk cId="3628949320" sldId="579"/>
            <ac:spMk id="11" creationId="{4F424033-858C-2A0A-0155-DD390B52858F}"/>
          </ac:spMkLst>
        </pc:spChg>
        <pc:spChg chg="mod">
          <ac:chgData name="任 贵斌" userId="bf69534e0d83a1ae" providerId="LiveId" clId="{16E96CA4-9853-5F41-B31C-69CDF084413F}" dt="2023-05-10T22:58:26.991" v="2012" actId="20577"/>
          <ac:spMkLst>
            <pc:docMk/>
            <pc:sldMk cId="3628949320" sldId="579"/>
            <ac:spMk id="18" creationId="{00000000-0000-0000-0000-000000000000}"/>
          </ac:spMkLst>
        </pc:spChg>
        <pc:graphicFrameChg chg="del">
          <ac:chgData name="任 贵斌" userId="bf69534e0d83a1ae" providerId="LiveId" clId="{16E96CA4-9853-5F41-B31C-69CDF084413F}" dt="2023-05-10T22:58:45.800" v="2014" actId="478"/>
          <ac:graphicFrameMkLst>
            <pc:docMk/>
            <pc:sldMk cId="3628949320" sldId="579"/>
            <ac:graphicFrameMk id="2" creationId="{00000000-0000-0000-0000-000000000000}"/>
          </ac:graphicFrameMkLst>
        </pc:graphicFrameChg>
        <pc:graphicFrameChg chg="add mod modGraphic">
          <ac:chgData name="任 贵斌" userId="bf69534e0d83a1ae" providerId="LiveId" clId="{16E96CA4-9853-5F41-B31C-69CDF084413F}" dt="2023-05-11T00:11:00.660" v="2615" actId="1076"/>
          <ac:graphicFrameMkLst>
            <pc:docMk/>
            <pc:sldMk cId="3628949320" sldId="579"/>
            <ac:graphicFrameMk id="10" creationId="{ADAC6E04-27FA-764C-1278-F24FAB4E7CB7}"/>
          </ac:graphicFrameMkLst>
        </pc:graphicFrameChg>
      </pc:sldChg>
      <pc:sldChg chg="addSp delSp modSp add del mod">
        <pc:chgData name="任 贵斌" userId="bf69534e0d83a1ae" providerId="LiveId" clId="{16E96CA4-9853-5F41-B31C-69CDF084413F}" dt="2023-05-11T02:53:07.638" v="4306" actId="1076"/>
        <pc:sldMkLst>
          <pc:docMk/>
          <pc:sldMk cId="1032802719" sldId="580"/>
        </pc:sldMkLst>
        <pc:spChg chg="add mod">
          <ac:chgData name="任 贵斌" userId="bf69534e0d83a1ae" providerId="LiveId" clId="{16E96CA4-9853-5F41-B31C-69CDF084413F}" dt="2023-05-11T01:08:43.855" v="4273" actId="207"/>
          <ac:spMkLst>
            <pc:docMk/>
            <pc:sldMk cId="1032802719" sldId="580"/>
            <ac:spMk id="3" creationId="{5222235D-2C7C-62ED-53A4-82985AB25D9E}"/>
          </ac:spMkLst>
        </pc:spChg>
        <pc:spChg chg="add mod">
          <ac:chgData name="任 贵斌" userId="bf69534e0d83a1ae" providerId="LiveId" clId="{16E96CA4-9853-5F41-B31C-69CDF084413F}" dt="2023-05-11T00:29:30.765" v="2711" actId="1076"/>
          <ac:spMkLst>
            <pc:docMk/>
            <pc:sldMk cId="1032802719" sldId="580"/>
            <ac:spMk id="5" creationId="{67444B81-CED9-7860-B665-9960DE9F8D65}"/>
          </ac:spMkLst>
        </pc:spChg>
        <pc:spChg chg="mod">
          <ac:chgData name="任 贵斌" userId="bf69534e0d83a1ae" providerId="LiveId" clId="{16E96CA4-9853-5F41-B31C-69CDF084413F}" dt="2023-05-11T00:03:17.717" v="2587" actId="20577"/>
          <ac:spMkLst>
            <pc:docMk/>
            <pc:sldMk cId="1032802719" sldId="580"/>
            <ac:spMk id="18" creationId="{00000000-0000-0000-0000-000000000000}"/>
          </ac:spMkLst>
        </pc:spChg>
        <pc:spChg chg="add del mod">
          <ac:chgData name="任 贵斌" userId="bf69534e0d83a1ae" providerId="LiveId" clId="{16E96CA4-9853-5F41-B31C-69CDF084413F}" dt="2023-05-11T00:29:05.717" v="2705" actId="478"/>
          <ac:spMkLst>
            <pc:docMk/>
            <pc:sldMk cId="1032802719" sldId="580"/>
            <ac:spMk id="19" creationId="{CAE0D253-5334-3435-6CE7-E5401702BE1A}"/>
          </ac:spMkLst>
        </pc:spChg>
        <pc:spChg chg="add mod">
          <ac:chgData name="任 贵斌" userId="bf69534e0d83a1ae" providerId="LiveId" clId="{16E96CA4-9853-5F41-B31C-69CDF084413F}" dt="2023-05-11T00:29:30.765" v="2711" actId="1076"/>
          <ac:spMkLst>
            <pc:docMk/>
            <pc:sldMk cId="1032802719" sldId="580"/>
            <ac:spMk id="20" creationId="{5D04857F-BB8C-9389-05EB-0AEB2B5A8EC2}"/>
          </ac:spMkLst>
        </pc:spChg>
        <pc:spChg chg="add mod">
          <ac:chgData name="任 贵斌" userId="bf69534e0d83a1ae" providerId="LiveId" clId="{16E96CA4-9853-5F41-B31C-69CDF084413F}" dt="2023-05-11T00:29:30.765" v="2711" actId="1076"/>
          <ac:spMkLst>
            <pc:docMk/>
            <pc:sldMk cId="1032802719" sldId="580"/>
            <ac:spMk id="21" creationId="{2458CD95-C9AD-4667-E13E-A03279FC796D}"/>
          </ac:spMkLst>
        </pc:spChg>
        <pc:spChg chg="add mod">
          <ac:chgData name="任 贵斌" userId="bf69534e0d83a1ae" providerId="LiveId" clId="{16E96CA4-9853-5F41-B31C-69CDF084413F}" dt="2023-05-11T00:29:30.765" v="2711" actId="1076"/>
          <ac:spMkLst>
            <pc:docMk/>
            <pc:sldMk cId="1032802719" sldId="580"/>
            <ac:spMk id="22" creationId="{46BFEE37-3861-A22B-D664-F5941F4CF3BD}"/>
          </ac:spMkLst>
        </pc:spChg>
        <pc:spChg chg="del">
          <ac:chgData name="任 贵斌" userId="bf69534e0d83a1ae" providerId="LiveId" clId="{16E96CA4-9853-5F41-B31C-69CDF084413F}" dt="2023-05-11T00:03:21.824" v="2588" actId="478"/>
          <ac:spMkLst>
            <pc:docMk/>
            <pc:sldMk cId="1032802719" sldId="580"/>
            <ac:spMk id="23" creationId="{00000000-0000-0000-0000-000000000000}"/>
          </ac:spMkLst>
        </pc:spChg>
        <pc:spChg chg="del">
          <ac:chgData name="任 贵斌" userId="bf69534e0d83a1ae" providerId="LiveId" clId="{16E96CA4-9853-5F41-B31C-69CDF084413F}" dt="2023-05-11T00:03:21.824" v="2588" actId="478"/>
          <ac:spMkLst>
            <pc:docMk/>
            <pc:sldMk cId="1032802719" sldId="580"/>
            <ac:spMk id="24" creationId="{00000000-0000-0000-0000-000000000000}"/>
          </ac:spMkLst>
        </pc:spChg>
        <pc:spChg chg="del">
          <ac:chgData name="任 贵斌" userId="bf69534e0d83a1ae" providerId="LiveId" clId="{16E96CA4-9853-5F41-B31C-69CDF084413F}" dt="2023-05-11T00:03:21.824" v="2588" actId="478"/>
          <ac:spMkLst>
            <pc:docMk/>
            <pc:sldMk cId="1032802719" sldId="580"/>
            <ac:spMk id="25" creationId="{00000000-0000-0000-0000-000000000000}"/>
          </ac:spMkLst>
        </pc:spChg>
        <pc:spChg chg="del">
          <ac:chgData name="任 贵斌" userId="bf69534e0d83a1ae" providerId="LiveId" clId="{16E96CA4-9853-5F41-B31C-69CDF084413F}" dt="2023-05-11T00:03:21.824" v="2588" actId="478"/>
          <ac:spMkLst>
            <pc:docMk/>
            <pc:sldMk cId="1032802719" sldId="580"/>
            <ac:spMk id="26" creationId="{00000000-0000-0000-0000-000000000000}"/>
          </ac:spMkLst>
        </pc:spChg>
        <pc:spChg chg="add mod">
          <ac:chgData name="任 贵斌" userId="bf69534e0d83a1ae" providerId="LiveId" clId="{16E96CA4-9853-5F41-B31C-69CDF084413F}" dt="2023-05-11T00:29:30.765" v="2711" actId="1076"/>
          <ac:spMkLst>
            <pc:docMk/>
            <pc:sldMk cId="1032802719" sldId="580"/>
            <ac:spMk id="27" creationId="{CA0C8E73-8443-D39B-05F1-60C5E98E7A3C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29" creationId="{C493AE63-D22A-F939-42BB-996F89F29925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30" creationId="{84297993-1422-854E-863F-7EDCD9C6F2A7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31" creationId="{276F6A7B-6F5A-FF92-7293-430DD868B696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32" creationId="{BD7A8045-2192-AE7F-1252-1D6981B975F7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33" creationId="{C331772D-3DD6-E03A-0E26-CF0FDC3F10AB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34" creationId="{09A8CFBE-9D40-7282-81C9-597B9D16A959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35" creationId="{685EF942-8CF1-C781-5D55-DD209754E075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37" creationId="{3A252131-9BF5-3B8B-70C1-D4E5B8762C57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38" creationId="{3383308D-34AB-E6DD-D571-DC16137D0785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40" creationId="{2E751969-6653-E16D-0423-B4A1866D44CC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41" creationId="{10CB803C-511E-3485-5847-15AD4C12DF6B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42" creationId="{08B184B9-8764-7582-5381-D949E442057C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43" creationId="{610573B4-97B5-6F6D-84EC-68B4CCF77184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44" creationId="{81200ACC-7CE7-2632-B2C5-5972FE2B9B94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45" creationId="{C8973F07-D908-B19F-5937-A893C63CF30D}"/>
          </ac:spMkLst>
        </pc:spChg>
        <pc:spChg chg="add del">
          <ac:chgData name="任 贵斌" userId="bf69534e0d83a1ae" providerId="LiveId" clId="{16E96CA4-9853-5F41-B31C-69CDF084413F}" dt="2023-05-11T00:11:42.900" v="2625" actId="478"/>
          <ac:spMkLst>
            <pc:docMk/>
            <pc:sldMk cId="1032802719" sldId="580"/>
            <ac:spMk id="46" creationId="{09D77377-BD4F-92C9-97E7-336AEEF29ABB}"/>
          </ac:spMkLst>
        </pc:spChg>
        <pc:spChg chg="add mod">
          <ac:chgData name="任 贵斌" userId="bf69534e0d83a1ae" providerId="LiveId" clId="{16E96CA4-9853-5F41-B31C-69CDF084413F}" dt="2023-05-11T00:33:53.561" v="2874" actId="208"/>
          <ac:spMkLst>
            <pc:docMk/>
            <pc:sldMk cId="1032802719" sldId="580"/>
            <ac:spMk id="47" creationId="{E9D68D2F-BCED-655D-B4F0-3C7ACEAC0F14}"/>
          </ac:spMkLst>
        </pc:spChg>
        <pc:spChg chg="add mod">
          <ac:chgData name="任 贵斌" userId="bf69534e0d83a1ae" providerId="LiveId" clId="{16E96CA4-9853-5F41-B31C-69CDF084413F}" dt="2023-05-11T02:52:41.192" v="4298" actId="1076"/>
          <ac:spMkLst>
            <pc:docMk/>
            <pc:sldMk cId="1032802719" sldId="580"/>
            <ac:spMk id="48" creationId="{F6EE727D-505A-375F-B286-CA163E8D2A16}"/>
          </ac:spMkLst>
        </pc:spChg>
        <pc:spChg chg="add mod">
          <ac:chgData name="任 贵斌" userId="bf69534e0d83a1ae" providerId="LiveId" clId="{16E96CA4-9853-5F41-B31C-69CDF084413F}" dt="2023-05-11T00:33:50.299" v="2873" actId="208"/>
          <ac:spMkLst>
            <pc:docMk/>
            <pc:sldMk cId="1032802719" sldId="580"/>
            <ac:spMk id="49" creationId="{AF7E6CF4-A0F9-40FC-2D6C-9AF057429E0E}"/>
          </ac:spMkLst>
        </pc:spChg>
        <pc:spChg chg="del mod">
          <ac:chgData name="任 贵斌" userId="bf69534e0d83a1ae" providerId="LiveId" clId="{16E96CA4-9853-5F41-B31C-69CDF084413F}" dt="2023-05-11T00:40:13.014" v="2925" actId="478"/>
          <ac:spMkLst>
            <pc:docMk/>
            <pc:sldMk cId="1032802719" sldId="580"/>
            <ac:spMk id="52" creationId="{E281C6DB-A14A-8C3A-550B-FBD2E41CC73B}"/>
          </ac:spMkLst>
        </pc:spChg>
        <pc:spChg chg="mod">
          <ac:chgData name="任 贵斌" userId="bf69534e0d83a1ae" providerId="LiveId" clId="{16E96CA4-9853-5F41-B31C-69CDF084413F}" dt="2023-05-11T01:06:49.436" v="4238" actId="2711"/>
          <ac:spMkLst>
            <pc:docMk/>
            <pc:sldMk cId="1032802719" sldId="580"/>
            <ac:spMk id="53" creationId="{FC7F1A7D-DD94-6FD0-608E-ABD697D2B44A}"/>
          </ac:spMkLst>
        </pc:spChg>
        <pc:spChg chg="mod">
          <ac:chgData name="任 贵斌" userId="bf69534e0d83a1ae" providerId="LiveId" clId="{16E96CA4-9853-5F41-B31C-69CDF084413F}" dt="2023-05-11T01:06:56.077" v="4248" actId="14100"/>
          <ac:spMkLst>
            <pc:docMk/>
            <pc:sldMk cId="1032802719" sldId="580"/>
            <ac:spMk id="54" creationId="{42C55302-2B04-CD79-7E39-124603ECF5A5}"/>
          </ac:spMkLst>
        </pc:spChg>
        <pc:spChg chg="mod">
          <ac:chgData name="任 贵斌" userId="bf69534e0d83a1ae" providerId="LiveId" clId="{16E96CA4-9853-5F41-B31C-69CDF084413F}" dt="2023-05-11T01:06:49.436" v="4238" actId="2711"/>
          <ac:spMkLst>
            <pc:docMk/>
            <pc:sldMk cId="1032802719" sldId="580"/>
            <ac:spMk id="55" creationId="{D8247148-3C7E-562B-7990-610FABDA6A23}"/>
          </ac:spMkLst>
        </pc:spChg>
        <pc:spChg chg="del mod">
          <ac:chgData name="任 贵斌" userId="bf69534e0d83a1ae" providerId="LiveId" clId="{16E96CA4-9853-5F41-B31C-69CDF084413F}" dt="2023-05-11T00:42:21.793" v="3022" actId="478"/>
          <ac:spMkLst>
            <pc:docMk/>
            <pc:sldMk cId="1032802719" sldId="580"/>
            <ac:spMk id="57" creationId="{A93E0667-9C3C-DA74-74B1-1FAF0F7D62C6}"/>
          </ac:spMkLst>
        </pc:spChg>
        <pc:spChg chg="mod">
          <ac:chgData name="任 贵斌" userId="bf69534e0d83a1ae" providerId="LiveId" clId="{16E96CA4-9853-5F41-B31C-69CDF084413F}" dt="2023-05-11T01:06:49.436" v="4238" actId="2711"/>
          <ac:spMkLst>
            <pc:docMk/>
            <pc:sldMk cId="1032802719" sldId="580"/>
            <ac:spMk id="58" creationId="{E963CEC6-2C52-58CD-1849-CD795F79459D}"/>
          </ac:spMkLst>
        </pc:spChg>
        <pc:spChg chg="mod">
          <ac:chgData name="任 贵斌" userId="bf69534e0d83a1ae" providerId="LiveId" clId="{16E96CA4-9853-5F41-B31C-69CDF084413F}" dt="2023-05-11T01:07:03.008" v="4258" actId="14100"/>
          <ac:spMkLst>
            <pc:docMk/>
            <pc:sldMk cId="1032802719" sldId="580"/>
            <ac:spMk id="59" creationId="{7AB1A903-5047-E15C-8842-D81E693FD7AF}"/>
          </ac:spMkLst>
        </pc:spChg>
        <pc:spChg chg="mod">
          <ac:chgData name="任 贵斌" userId="bf69534e0d83a1ae" providerId="LiveId" clId="{16E96CA4-9853-5F41-B31C-69CDF084413F}" dt="2023-05-11T01:06:49.436" v="4238" actId="2711"/>
          <ac:spMkLst>
            <pc:docMk/>
            <pc:sldMk cId="1032802719" sldId="580"/>
            <ac:spMk id="60" creationId="{F54E9BFF-EE34-7FAC-B235-0D9AD9898B93}"/>
          </ac:spMkLst>
        </pc:spChg>
        <pc:spChg chg="del mod">
          <ac:chgData name="任 贵斌" userId="bf69534e0d83a1ae" providerId="LiveId" clId="{16E96CA4-9853-5F41-B31C-69CDF084413F}" dt="2023-05-11T00:44:30.501" v="3137" actId="478"/>
          <ac:spMkLst>
            <pc:docMk/>
            <pc:sldMk cId="1032802719" sldId="580"/>
            <ac:spMk id="62" creationId="{204C4567-F0F2-FD9D-D7C0-E213A246694C}"/>
          </ac:spMkLst>
        </pc:spChg>
        <pc:spChg chg="mod">
          <ac:chgData name="任 贵斌" userId="bf69534e0d83a1ae" providerId="LiveId" clId="{16E96CA4-9853-5F41-B31C-69CDF084413F}" dt="2023-05-11T01:06:49.436" v="4238" actId="2711"/>
          <ac:spMkLst>
            <pc:docMk/>
            <pc:sldMk cId="1032802719" sldId="580"/>
            <ac:spMk id="63" creationId="{EA08B0BB-BB29-5A61-7E30-72DE1EE3299F}"/>
          </ac:spMkLst>
        </pc:spChg>
        <pc:spChg chg="mod">
          <ac:chgData name="任 贵斌" userId="bf69534e0d83a1ae" providerId="LiveId" clId="{16E96CA4-9853-5F41-B31C-69CDF084413F}" dt="2023-05-11T01:07:09.051" v="4270" actId="14100"/>
          <ac:spMkLst>
            <pc:docMk/>
            <pc:sldMk cId="1032802719" sldId="580"/>
            <ac:spMk id="64" creationId="{E24B208E-6C24-46AC-6EAA-6A06D6992BBA}"/>
          </ac:spMkLst>
        </pc:spChg>
        <pc:spChg chg="mod">
          <ac:chgData name="任 贵斌" userId="bf69534e0d83a1ae" providerId="LiveId" clId="{16E96CA4-9853-5F41-B31C-69CDF084413F}" dt="2023-05-11T01:06:49.436" v="4238" actId="2711"/>
          <ac:spMkLst>
            <pc:docMk/>
            <pc:sldMk cId="1032802719" sldId="580"/>
            <ac:spMk id="65" creationId="{BF30A9FB-1609-D62D-2A6F-7930295C1807}"/>
          </ac:spMkLst>
        </pc:spChg>
        <pc:spChg chg="add del mod">
          <ac:chgData name="任 贵斌" userId="bf69534e0d83a1ae" providerId="LiveId" clId="{16E96CA4-9853-5F41-B31C-69CDF084413F}" dt="2023-05-11T00:40:39.545" v="2962" actId="478"/>
          <ac:spMkLst>
            <pc:docMk/>
            <pc:sldMk cId="1032802719" sldId="580"/>
            <ac:spMk id="66" creationId="{AC48D6BD-BB8E-77E0-0295-0C9E5E98D198}"/>
          </ac:spMkLst>
        </pc:spChg>
        <pc:spChg chg="add del">
          <ac:chgData name="任 贵斌" userId="bf69534e0d83a1ae" providerId="LiveId" clId="{16E96CA4-9853-5F41-B31C-69CDF084413F}" dt="2023-05-11T00:44:25.784" v="3135" actId="22"/>
          <ac:spMkLst>
            <pc:docMk/>
            <pc:sldMk cId="1032802719" sldId="580"/>
            <ac:spMk id="68" creationId="{29899597-1C68-3D1E-7D8D-DC63C229A3D4}"/>
          </ac:spMkLst>
        </pc:spChg>
        <pc:spChg chg="add mod">
          <ac:chgData name="任 贵斌" userId="bf69534e0d83a1ae" providerId="LiveId" clId="{16E96CA4-9853-5F41-B31C-69CDF084413F}" dt="2023-05-11T02:53:02.431" v="4304" actId="1076"/>
          <ac:spMkLst>
            <pc:docMk/>
            <pc:sldMk cId="1032802719" sldId="580"/>
            <ac:spMk id="70" creationId="{96A8B43B-6B25-8718-95E1-CE792D3FF661}"/>
          </ac:spMkLst>
        </pc:spChg>
        <pc:spChg chg="add mod">
          <ac:chgData name="任 贵斌" userId="bf69534e0d83a1ae" providerId="LiveId" clId="{16E96CA4-9853-5F41-B31C-69CDF084413F}" dt="2023-05-11T02:53:07.638" v="4306" actId="1076"/>
          <ac:spMkLst>
            <pc:docMk/>
            <pc:sldMk cId="1032802719" sldId="580"/>
            <ac:spMk id="71" creationId="{322D7CC2-B3D3-7EDC-28AD-FE0820D62CF4}"/>
          </ac:spMkLst>
        </pc:spChg>
        <pc:grpChg chg="add mod">
          <ac:chgData name="任 贵斌" userId="bf69534e0d83a1ae" providerId="LiveId" clId="{16E96CA4-9853-5F41-B31C-69CDF084413F}" dt="2023-05-11T00:53:58.644" v="3252" actId="207"/>
          <ac:grpSpMkLst>
            <pc:docMk/>
            <pc:sldMk cId="1032802719" sldId="580"/>
            <ac:grpSpMk id="51" creationId="{E545CC81-5EB6-D321-CCD9-E70B014C8AE0}"/>
          </ac:grpSpMkLst>
        </pc:grpChg>
        <pc:grpChg chg="add mod">
          <ac:chgData name="任 贵斌" userId="bf69534e0d83a1ae" providerId="LiveId" clId="{16E96CA4-9853-5F41-B31C-69CDF084413F}" dt="2023-05-11T00:44:56.635" v="3139" actId="1076"/>
          <ac:grpSpMkLst>
            <pc:docMk/>
            <pc:sldMk cId="1032802719" sldId="580"/>
            <ac:grpSpMk id="56" creationId="{04A6AB0E-6271-DD53-9D44-4A1CF3C62D14}"/>
          </ac:grpSpMkLst>
        </pc:grpChg>
        <pc:grpChg chg="add mod">
          <ac:chgData name="任 贵斌" userId="bf69534e0d83a1ae" providerId="LiveId" clId="{16E96CA4-9853-5F41-B31C-69CDF084413F}" dt="2023-05-11T00:44:56.635" v="3139" actId="1076"/>
          <ac:grpSpMkLst>
            <pc:docMk/>
            <pc:sldMk cId="1032802719" sldId="580"/>
            <ac:grpSpMk id="61" creationId="{C31C94EC-5CC6-6B17-4A04-069B0C741F5F}"/>
          </ac:grpSpMkLst>
        </pc:grpChg>
        <pc:graphicFrameChg chg="del">
          <ac:chgData name="任 贵斌" userId="bf69534e0d83a1ae" providerId="LiveId" clId="{16E96CA4-9853-5F41-B31C-69CDF084413F}" dt="2023-05-11T00:03:21.824" v="2588" actId="478"/>
          <ac:graphicFrameMkLst>
            <pc:docMk/>
            <pc:sldMk cId="1032802719" sldId="580"/>
            <ac:graphicFrameMk id="2" creationId="{4BB65B4F-8818-70A7-7BBA-EC08A82AC173}"/>
          </ac:graphicFrameMkLst>
        </pc:graphicFrameChg>
        <pc:graphicFrameChg chg="add mod modGraphic">
          <ac:chgData name="任 贵斌" userId="bf69534e0d83a1ae" providerId="LiveId" clId="{16E96CA4-9853-5F41-B31C-69CDF084413F}" dt="2023-05-11T02:52:41.192" v="4298" actId="1076"/>
          <ac:graphicFrameMkLst>
            <pc:docMk/>
            <pc:sldMk cId="1032802719" sldId="580"/>
            <ac:graphicFrameMk id="36" creationId="{8E77638F-7031-CF92-F6B0-25A7E6D62B0D}"/>
          </ac:graphicFrameMkLst>
        </pc:graphicFrameChg>
        <pc:picChg chg="del">
          <ac:chgData name="任 贵斌" userId="bf69534e0d83a1ae" providerId="LiveId" clId="{16E96CA4-9853-5F41-B31C-69CDF084413F}" dt="2023-05-11T00:03:21.824" v="2588" actId="478"/>
          <ac:picMkLst>
            <pc:docMk/>
            <pc:sldMk cId="1032802719" sldId="580"/>
            <ac:picMk id="4" creationId="{00000000-0000-0000-0000-000000000000}"/>
          </ac:picMkLst>
        </pc:picChg>
        <pc:picChg chg="add del mod">
          <ac:chgData name="任 贵斌" userId="bf69534e0d83a1ae" providerId="LiveId" clId="{16E96CA4-9853-5F41-B31C-69CDF084413F}" dt="2023-05-11T02:40:36.774" v="4274" actId="478"/>
          <ac:picMkLst>
            <pc:docMk/>
            <pc:sldMk cId="1032802719" sldId="580"/>
            <ac:picMk id="39" creationId="{4B7CD945-8822-31D9-A910-25C0599E0409}"/>
          </ac:picMkLst>
        </pc:picChg>
        <pc:picChg chg="add mod">
          <ac:chgData name="任 贵斌" userId="bf69534e0d83a1ae" providerId="LiveId" clId="{16E96CA4-9853-5F41-B31C-69CDF084413F}" dt="2023-05-11T02:40:45.858" v="4280" actId="1076"/>
          <ac:picMkLst>
            <pc:docMk/>
            <pc:sldMk cId="1032802719" sldId="580"/>
            <ac:picMk id="69" creationId="{90E74DF5-F7BC-E9AB-EE49-826B3840146C}"/>
          </ac:picMkLst>
        </pc:picChg>
        <pc:cxnChg chg="add mod">
          <ac:chgData name="任 贵斌" userId="bf69534e0d83a1ae" providerId="LiveId" clId="{16E96CA4-9853-5F41-B31C-69CDF084413F}" dt="2023-05-11T00:29:30.765" v="2711" actId="1076"/>
          <ac:cxnSpMkLst>
            <pc:docMk/>
            <pc:sldMk cId="1032802719" sldId="580"/>
            <ac:cxnSpMk id="7" creationId="{E8F3EC49-3A0F-475E-DF7F-6E06FA6A9A15}"/>
          </ac:cxnSpMkLst>
        </pc:cxnChg>
        <pc:cxnChg chg="add mod">
          <ac:chgData name="任 贵斌" userId="bf69534e0d83a1ae" providerId="LiveId" clId="{16E96CA4-9853-5F41-B31C-69CDF084413F}" dt="2023-05-11T00:29:30.765" v="2711" actId="1076"/>
          <ac:cxnSpMkLst>
            <pc:docMk/>
            <pc:sldMk cId="1032802719" sldId="580"/>
            <ac:cxnSpMk id="8" creationId="{690A322A-793A-3767-D3FD-4CEB0E05CF5A}"/>
          </ac:cxnSpMkLst>
        </pc:cxnChg>
        <pc:cxnChg chg="add mod">
          <ac:chgData name="任 贵斌" userId="bf69534e0d83a1ae" providerId="LiveId" clId="{16E96CA4-9853-5F41-B31C-69CDF084413F}" dt="2023-05-11T00:29:30.765" v="2711" actId="1076"/>
          <ac:cxnSpMkLst>
            <pc:docMk/>
            <pc:sldMk cId="1032802719" sldId="580"/>
            <ac:cxnSpMk id="11" creationId="{93CCD015-B9DE-55D5-7DE4-863AD3F1C3D7}"/>
          </ac:cxnSpMkLst>
        </pc:cxnChg>
        <pc:cxnChg chg="add mod">
          <ac:chgData name="任 贵斌" userId="bf69534e0d83a1ae" providerId="LiveId" clId="{16E96CA4-9853-5F41-B31C-69CDF084413F}" dt="2023-05-11T00:29:30.765" v="2711" actId="1076"/>
          <ac:cxnSpMkLst>
            <pc:docMk/>
            <pc:sldMk cId="1032802719" sldId="580"/>
            <ac:cxnSpMk id="14" creationId="{A6B88638-18D2-4560-1C01-82856677FC66}"/>
          </ac:cxnSpMkLst>
        </pc:cxnChg>
        <pc:cxnChg chg="add del">
          <ac:chgData name="任 贵斌" userId="bf69534e0d83a1ae" providerId="LiveId" clId="{16E96CA4-9853-5F41-B31C-69CDF084413F}" dt="2023-05-11T00:11:42.900" v="2625" actId="478"/>
          <ac:cxnSpMkLst>
            <pc:docMk/>
            <pc:sldMk cId="1032802719" sldId="580"/>
            <ac:cxnSpMk id="28" creationId="{450E0F13-E2CD-051B-7368-DCD6EFA11E32}"/>
          </ac:cxnSpMkLst>
        </pc:cxnChg>
        <pc:cxnChg chg="add mod">
          <ac:chgData name="任 贵斌" userId="bf69534e0d83a1ae" providerId="LiveId" clId="{16E96CA4-9853-5F41-B31C-69CDF084413F}" dt="2023-05-11T00:44:56.635" v="3139" actId="1076"/>
          <ac:cxnSpMkLst>
            <pc:docMk/>
            <pc:sldMk cId="1032802719" sldId="580"/>
            <ac:cxnSpMk id="50" creationId="{C338BAAC-83B5-1F33-CE3C-4CE96BD2C5BE}"/>
          </ac:cxnSpMkLst>
        </pc:cxnChg>
      </pc:sldChg>
      <pc:sldChg chg="addSp delSp modSp add del">
        <pc:chgData name="任 贵斌" userId="bf69534e0d83a1ae" providerId="LiveId" clId="{16E96CA4-9853-5F41-B31C-69CDF084413F}" dt="2023-05-11T00:25:18.572" v="2639" actId="2696"/>
        <pc:sldMkLst>
          <pc:docMk/>
          <pc:sldMk cId="1537137236" sldId="581"/>
        </pc:sldMkLst>
        <pc:spChg chg="del">
          <ac:chgData name="任 贵斌" userId="bf69534e0d83a1ae" providerId="LiveId" clId="{16E96CA4-9853-5F41-B31C-69CDF084413F}" dt="2023-05-11T00:14:45.591" v="2627"/>
          <ac:spMkLst>
            <pc:docMk/>
            <pc:sldMk cId="1537137236" sldId="581"/>
            <ac:spMk id="2" creationId="{C7B4D788-4C0D-2E39-FF15-81048381C067}"/>
          </ac:spMkLst>
        </pc:spChg>
        <pc:spChg chg="mod">
          <ac:chgData name="任 贵斌" userId="bf69534e0d83a1ae" providerId="LiveId" clId="{16E96CA4-9853-5F41-B31C-69CDF084413F}" dt="2023-05-11T00:14:45.591" v="2627"/>
          <ac:spMkLst>
            <pc:docMk/>
            <pc:sldMk cId="1537137236" sldId="581"/>
            <ac:spMk id="3" creationId="{0AD763FF-EC65-2EF5-CC05-998A2CA4863E}"/>
          </ac:spMkLst>
        </pc:spChg>
        <pc:spChg chg="add mod">
          <ac:chgData name="任 贵斌" userId="bf69534e0d83a1ae" providerId="LiveId" clId="{16E96CA4-9853-5F41-B31C-69CDF084413F}" dt="2023-05-11T00:14:45.591" v="2627"/>
          <ac:spMkLst>
            <pc:docMk/>
            <pc:sldMk cId="1537137236" sldId="581"/>
            <ac:spMk id="4" creationId="{A83852FE-B275-37E4-3363-A9B1790F9ED0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6" creationId="{2FAE00CA-F011-1ED6-BD80-25F34804E5D9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7" creationId="{FEF21240-B40A-DC17-D98D-3A926C2B6FEC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8" creationId="{50A7B343-1118-B8E3-7A20-2EC50C3CE11F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9" creationId="{1EE657B3-19BD-0639-ECAF-F1DFCEDB3B41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0" creationId="{463D7BFF-FF9E-2213-33D7-D0F953F51FFE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1" creationId="{185BB316-2FA9-B1D4-A58B-C06EE6FB3478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2" creationId="{43B1B9B4-35CF-FF67-BACB-D32F42BE059F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3" creationId="{4D1034BE-46EF-0A6C-9293-640619DE029C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4" creationId="{86EDA9B4-B22C-0719-7BE5-1DB582D2EE5E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5" creationId="{80E4AE34-260B-F30C-7823-4127B2B7EC11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6" creationId="{4CCB793F-B2C2-C89C-CB5F-BBC525E77231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7" creationId="{B7C5AE4D-BE68-5394-E2E6-760CE6C3A3A4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8" creationId="{0D2787DF-D48D-98E8-E4D3-98BEF60A4DA6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19" creationId="{7E2D3644-1F33-DF18-E783-9C70352120EC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0" creationId="{7FE0335A-287B-6330-2F5F-B9AAFFB1AC68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1" creationId="{3522E543-BA68-D1B6-D6D5-F87570AF7586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2" creationId="{FA83AEFC-4D7B-F07B-803B-CE4758245195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3" creationId="{7648493C-ECB8-F435-59A0-F40667DE3401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4" creationId="{8FBCE442-D52A-3E68-C740-B309F30C8D23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5" creationId="{F51A3C35-2374-A437-3C14-2F681B7D6C92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6" creationId="{A62F31FA-3349-9EE8-911B-A6FFE6D7CC77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7" creationId="{44D81F1B-AD2A-229B-22D0-3CA1B36C62FF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8" creationId="{85E99BE2-B94B-0799-D5E4-B5B5E19AE880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29" creationId="{A38F22EE-9489-C109-D4AF-7BC5D936B961}"/>
          </ac:spMkLst>
        </pc:spChg>
        <pc:spChg chg="mod">
          <ac:chgData name="任 贵斌" userId="bf69534e0d83a1ae" providerId="LiveId" clId="{16E96CA4-9853-5F41-B31C-69CDF084413F}" dt="2023-05-11T00:14:46.242" v="2628"/>
          <ac:spMkLst>
            <pc:docMk/>
            <pc:sldMk cId="1537137236" sldId="581"/>
            <ac:spMk id="30" creationId="{70285AED-4206-4EF1-F418-5F58C9E83F7B}"/>
          </ac:spMkLst>
        </pc:spChg>
        <pc:grpChg chg="add mod">
          <ac:chgData name="任 贵斌" userId="bf69534e0d83a1ae" providerId="LiveId" clId="{16E96CA4-9853-5F41-B31C-69CDF084413F}" dt="2023-05-11T00:14:46.242" v="2628"/>
          <ac:grpSpMkLst>
            <pc:docMk/>
            <pc:sldMk cId="1537137236" sldId="581"/>
            <ac:grpSpMk id="5" creationId="{DBD02FEB-E91E-1C6D-722E-1A51A4E89179}"/>
          </ac:grpSpMkLst>
        </pc:grpChg>
      </pc:sldChg>
      <pc:sldChg chg="addSp delSp modSp add del">
        <pc:chgData name="任 贵斌" userId="bf69534e0d83a1ae" providerId="LiveId" clId="{16E96CA4-9853-5F41-B31C-69CDF084413F}" dt="2023-05-11T01:00:16.670" v="3709" actId="2696"/>
        <pc:sldMkLst>
          <pc:docMk/>
          <pc:sldMk cId="3783207393" sldId="581"/>
        </pc:sldMkLst>
        <pc:spChg chg="del">
          <ac:chgData name="任 贵斌" userId="bf69534e0d83a1ae" providerId="LiveId" clId="{16E96CA4-9853-5F41-B31C-69CDF084413F}" dt="2023-05-11T00:34:23.190" v="2876"/>
          <ac:spMkLst>
            <pc:docMk/>
            <pc:sldMk cId="3783207393" sldId="581"/>
            <ac:spMk id="2" creationId="{69E21487-3B61-229D-B3E7-24B07A229BD1}"/>
          </ac:spMkLst>
        </pc:spChg>
        <pc:spChg chg="mod">
          <ac:chgData name="任 贵斌" userId="bf69534e0d83a1ae" providerId="LiveId" clId="{16E96CA4-9853-5F41-B31C-69CDF084413F}" dt="2023-05-11T00:34:23.190" v="2876"/>
          <ac:spMkLst>
            <pc:docMk/>
            <pc:sldMk cId="3783207393" sldId="581"/>
            <ac:spMk id="3" creationId="{FC62FD54-4805-07EE-0D13-5BD2DBB45A78}"/>
          </ac:spMkLst>
        </pc:spChg>
        <pc:spChg chg="add mod">
          <ac:chgData name="任 贵斌" userId="bf69534e0d83a1ae" providerId="LiveId" clId="{16E96CA4-9853-5F41-B31C-69CDF084413F}" dt="2023-05-11T00:34:23.190" v="2876"/>
          <ac:spMkLst>
            <pc:docMk/>
            <pc:sldMk cId="3783207393" sldId="581"/>
            <ac:spMk id="4" creationId="{F79AE0FD-8721-B49F-F6E4-CBC194E1CBCC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6" creationId="{FF281158-E1CD-5891-3212-176633560747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7" creationId="{7306F2E7-65B5-21DB-54AB-5E382675E1A1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8" creationId="{EEA59F05-38F5-DC7F-E00A-5184717D9FA6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9" creationId="{C0B64103-8103-D649-34EC-7E1F5F5C67BA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10" creationId="{71E28532-1EC7-3B81-2692-7CACF706CE6E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12" creationId="{0122F0BF-FC99-1E7A-EB3B-83CB8B3778A4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13" creationId="{A3CE1344-92BC-CA9A-463A-E0D50453D536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14" creationId="{C47F1988-1E11-B3E8-EBB2-CC0A9D07DB8D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18" creationId="{EFAE53FE-0CF9-B671-3B04-398C014BE59F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19" creationId="{C236BE64-70B7-5913-13DB-9B6AECE375C6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20" creationId="{9374A608-14B5-13E5-5682-1EAABDBE4DEA}"/>
          </ac:spMkLst>
        </pc:spChg>
        <pc:spChg chg="mod">
          <ac:chgData name="任 贵斌" userId="bf69534e0d83a1ae" providerId="LiveId" clId="{16E96CA4-9853-5F41-B31C-69CDF084413F}" dt="2023-05-11T00:34:23.288" v="2877"/>
          <ac:spMkLst>
            <pc:docMk/>
            <pc:sldMk cId="3783207393" sldId="581"/>
            <ac:spMk id="22" creationId="{E2611399-E08B-ABEC-E41B-19405C75873B}"/>
          </ac:spMkLst>
        </pc:spChg>
        <pc:grpChg chg="add mod">
          <ac:chgData name="任 贵斌" userId="bf69534e0d83a1ae" providerId="LiveId" clId="{16E96CA4-9853-5F41-B31C-69CDF084413F}" dt="2023-05-11T00:34:23.288" v="2877"/>
          <ac:grpSpMkLst>
            <pc:docMk/>
            <pc:sldMk cId="3783207393" sldId="581"/>
            <ac:grpSpMk id="5" creationId="{D98A7FB4-89E2-3946-6B3E-D25A38706591}"/>
          </ac:grpSpMkLst>
        </pc:grpChg>
        <pc:cxnChg chg="mod">
          <ac:chgData name="任 贵斌" userId="bf69534e0d83a1ae" providerId="LiveId" clId="{16E96CA4-9853-5F41-B31C-69CDF084413F}" dt="2023-05-11T00:34:23.288" v="2877"/>
          <ac:cxnSpMkLst>
            <pc:docMk/>
            <pc:sldMk cId="3783207393" sldId="581"/>
            <ac:cxnSpMk id="11" creationId="{9DF3E82A-AF5D-3140-1796-261A5D334B18}"/>
          </ac:cxnSpMkLst>
        </pc:cxnChg>
        <pc:cxnChg chg="mod">
          <ac:chgData name="任 贵斌" userId="bf69534e0d83a1ae" providerId="LiveId" clId="{16E96CA4-9853-5F41-B31C-69CDF084413F}" dt="2023-05-11T00:34:23.288" v="2877"/>
          <ac:cxnSpMkLst>
            <pc:docMk/>
            <pc:sldMk cId="3783207393" sldId="581"/>
            <ac:cxnSpMk id="15" creationId="{DC46094C-8580-E3D2-CC3F-8781FFD98F37}"/>
          </ac:cxnSpMkLst>
        </pc:cxnChg>
        <pc:cxnChg chg="mod">
          <ac:chgData name="任 贵斌" userId="bf69534e0d83a1ae" providerId="LiveId" clId="{16E96CA4-9853-5F41-B31C-69CDF084413F}" dt="2023-05-11T00:34:23.288" v="2877"/>
          <ac:cxnSpMkLst>
            <pc:docMk/>
            <pc:sldMk cId="3783207393" sldId="581"/>
            <ac:cxnSpMk id="16" creationId="{317F848B-D643-3181-D2D7-87D000428E2E}"/>
          </ac:cxnSpMkLst>
        </pc:cxnChg>
        <pc:cxnChg chg="mod">
          <ac:chgData name="任 贵斌" userId="bf69534e0d83a1ae" providerId="LiveId" clId="{16E96CA4-9853-5F41-B31C-69CDF084413F}" dt="2023-05-11T00:34:23.288" v="2877"/>
          <ac:cxnSpMkLst>
            <pc:docMk/>
            <pc:sldMk cId="3783207393" sldId="581"/>
            <ac:cxnSpMk id="17" creationId="{87EC0FC4-094B-6248-E882-AF3A60FF35CD}"/>
          </ac:cxnSpMkLst>
        </pc:cxnChg>
        <pc:cxnChg chg="mod">
          <ac:chgData name="任 贵斌" userId="bf69534e0d83a1ae" providerId="LiveId" clId="{16E96CA4-9853-5F41-B31C-69CDF084413F}" dt="2023-05-11T00:34:23.288" v="2877"/>
          <ac:cxnSpMkLst>
            <pc:docMk/>
            <pc:sldMk cId="3783207393" sldId="581"/>
            <ac:cxnSpMk id="21" creationId="{B7AB1789-496E-86A1-8DE4-B4B271505B06}"/>
          </ac:cxnSpMkLst>
        </pc:cxnChg>
      </pc:sldChg>
      <pc:sldChg chg="addSp delSp modSp add del">
        <pc:chgData name="任 贵斌" userId="bf69534e0d83a1ae" providerId="LiveId" clId="{16E96CA4-9853-5F41-B31C-69CDF084413F}" dt="2023-05-11T00:25:18.186" v="2638" actId="2696"/>
        <pc:sldMkLst>
          <pc:docMk/>
          <pc:sldMk cId="1458551587" sldId="582"/>
        </pc:sldMkLst>
        <pc:spChg chg="del">
          <ac:chgData name="任 贵斌" userId="bf69534e0d83a1ae" providerId="LiveId" clId="{16E96CA4-9853-5F41-B31C-69CDF084413F}" dt="2023-05-11T00:17:27.936" v="2630"/>
          <ac:spMkLst>
            <pc:docMk/>
            <pc:sldMk cId="1458551587" sldId="582"/>
            <ac:spMk id="2" creationId="{8E448C05-78CA-5D49-BB3C-39B83B0BC839}"/>
          </ac:spMkLst>
        </pc:spChg>
        <pc:spChg chg="mod">
          <ac:chgData name="任 贵斌" userId="bf69534e0d83a1ae" providerId="LiveId" clId="{16E96CA4-9853-5F41-B31C-69CDF084413F}" dt="2023-05-11T00:17:27.936" v="2630"/>
          <ac:spMkLst>
            <pc:docMk/>
            <pc:sldMk cId="1458551587" sldId="582"/>
            <ac:spMk id="3" creationId="{485221DE-3F2F-ED99-DC34-8A79494B274D}"/>
          </ac:spMkLst>
        </pc:spChg>
        <pc:spChg chg="add mod">
          <ac:chgData name="任 贵斌" userId="bf69534e0d83a1ae" providerId="LiveId" clId="{16E96CA4-9853-5F41-B31C-69CDF084413F}" dt="2023-05-11T00:17:27.936" v="2630"/>
          <ac:spMkLst>
            <pc:docMk/>
            <pc:sldMk cId="1458551587" sldId="582"/>
            <ac:spMk id="4" creationId="{2D4F7479-9840-0B53-67FA-5D94A4E55DA9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6" creationId="{81BA7D5C-07A6-4253-C4D9-64FD319E012F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7" creationId="{E0F35101-B194-71CE-B1A6-6E557E80C0C3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8" creationId="{EE3DBD76-CF3B-D9EE-A223-81EFC0802FB0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9" creationId="{9BA99C92-AD15-CCAE-4C01-A795EBFF3492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0" creationId="{0059A2AC-74FF-8882-3182-50381128FA17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1" creationId="{21DC4609-7247-2A49-B7A7-70BC6C477181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2" creationId="{944A91C9-CBC9-009C-40D5-CEF0CF8732C0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3" creationId="{6269BC79-7662-0B17-8F0E-8A6EBFFD6840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5" creationId="{8F370C94-B14B-7D28-7C3C-589783F0EC15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6" creationId="{A5B3106A-8DCB-93F4-4969-3365DBFB4E06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7" creationId="{354EBC94-7137-030E-5167-810345439C53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8" creationId="{C58F941D-2AF8-758A-0D5C-D481F563D377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19" creationId="{A1ADD8C5-7832-D9BD-0538-5FD7A775B6A9}"/>
          </ac:spMkLst>
        </pc:spChg>
        <pc:spChg chg="mod">
          <ac:chgData name="任 贵斌" userId="bf69534e0d83a1ae" providerId="LiveId" clId="{16E96CA4-9853-5F41-B31C-69CDF084413F}" dt="2023-05-11T00:17:28.030" v="2631"/>
          <ac:spMkLst>
            <pc:docMk/>
            <pc:sldMk cId="1458551587" sldId="582"/>
            <ac:spMk id="20" creationId="{BD1B659F-F8C1-859E-B8EC-5D01537CF7A2}"/>
          </ac:spMkLst>
        </pc:spChg>
        <pc:grpChg chg="add mod">
          <ac:chgData name="任 贵斌" userId="bf69534e0d83a1ae" providerId="LiveId" clId="{16E96CA4-9853-5F41-B31C-69CDF084413F}" dt="2023-05-11T00:17:28.030" v="2631"/>
          <ac:grpSpMkLst>
            <pc:docMk/>
            <pc:sldMk cId="1458551587" sldId="582"/>
            <ac:grpSpMk id="5" creationId="{41F9108E-AA1D-8E64-EAEA-F1C589827AFE}"/>
          </ac:grpSpMkLst>
        </pc:grpChg>
        <pc:grpChg chg="mod">
          <ac:chgData name="任 贵斌" userId="bf69534e0d83a1ae" providerId="LiveId" clId="{16E96CA4-9853-5F41-B31C-69CDF084413F}" dt="2023-05-11T00:17:28.030" v="2631"/>
          <ac:grpSpMkLst>
            <pc:docMk/>
            <pc:sldMk cId="1458551587" sldId="582"/>
            <ac:grpSpMk id="14" creationId="{4A444DBC-031E-CCE3-ED2A-2C093B370FAF}"/>
          </ac:grpSpMkLst>
        </pc:grpChg>
      </pc:sldChg>
      <pc:sldChg chg="addSp delSp modSp add del mod">
        <pc:chgData name="任 贵斌" userId="bf69534e0d83a1ae" providerId="LiveId" clId="{16E96CA4-9853-5F41-B31C-69CDF084413F}" dt="2023-05-11T01:00:16.208" v="3708" actId="2696"/>
        <pc:sldMkLst>
          <pc:docMk/>
          <pc:sldMk cId="1497581813" sldId="582"/>
        </pc:sldMkLst>
        <pc:spChg chg="del">
          <ac:chgData name="任 贵斌" userId="bf69534e0d83a1ae" providerId="LiveId" clId="{16E96CA4-9853-5F41-B31C-69CDF084413F}" dt="2023-05-11T00:35:08.256" v="2879"/>
          <ac:spMkLst>
            <pc:docMk/>
            <pc:sldMk cId="1497581813" sldId="582"/>
            <ac:spMk id="2" creationId="{DBE443BE-3537-4454-933D-E15C1A454AFE}"/>
          </ac:spMkLst>
        </pc:spChg>
        <pc:spChg chg="mod">
          <ac:chgData name="任 贵斌" userId="bf69534e0d83a1ae" providerId="LiveId" clId="{16E96CA4-9853-5F41-B31C-69CDF084413F}" dt="2023-05-11T00:35:08.256" v="2879"/>
          <ac:spMkLst>
            <pc:docMk/>
            <pc:sldMk cId="1497581813" sldId="582"/>
            <ac:spMk id="3" creationId="{794AEBE6-2231-E3F8-0F25-D77BAB9CB41A}"/>
          </ac:spMkLst>
        </pc:spChg>
        <pc:spChg chg="add mod">
          <ac:chgData name="任 贵斌" userId="bf69534e0d83a1ae" providerId="LiveId" clId="{16E96CA4-9853-5F41-B31C-69CDF084413F}" dt="2023-05-11T00:35:08.256" v="2879"/>
          <ac:spMkLst>
            <pc:docMk/>
            <pc:sldMk cId="1497581813" sldId="582"/>
            <ac:spMk id="4" creationId="{FD0B23F1-D939-2050-64A4-6EA1CAE7AF03}"/>
          </ac:spMkLst>
        </pc:spChg>
        <pc:spChg chg="mod topLvl">
          <ac:chgData name="任 贵斌" userId="bf69534e0d83a1ae" providerId="LiveId" clId="{16E96CA4-9853-5F41-B31C-69CDF084413F}" dt="2023-05-11T00:35:28.371" v="2881" actId="165"/>
          <ac:spMkLst>
            <pc:docMk/>
            <pc:sldMk cId="1497581813" sldId="582"/>
            <ac:spMk id="7" creationId="{9D6273D6-5651-5EE8-ADDB-ADE123AE02B8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1" creationId="{0CB00EB5-B075-4DD3-4A99-77EF23816455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2" creationId="{55047FD9-9C6E-702D-80D6-9B0E669E4A02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3" creationId="{019B681A-D7CB-91D0-DA73-FD9C816D7C4B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4" creationId="{7FA34055-265B-84A8-8B3D-FEC602A47FD1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5" creationId="{1994DF0C-D76D-412C-D8D2-F334731847FC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6" creationId="{7DAFF31F-0696-C2BD-D9FB-B1E6316C4D70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7" creationId="{7A72AC12-2E6C-B0E7-E435-19142F69B6AC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8" creationId="{AE85C493-898B-91AE-0C29-0BB3C450C6D8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19" creationId="{A38922E3-7FBD-FD4F-82E0-460EB1FA5A3F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20" creationId="{F273F81E-7F6C-1705-5DC6-03625E89DD89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21" creationId="{C14063A5-92D7-311E-BB1F-952D25736478}"/>
          </ac:spMkLst>
        </pc:spChg>
        <pc:spChg chg="mod">
          <ac:chgData name="任 贵斌" userId="bf69534e0d83a1ae" providerId="LiveId" clId="{16E96CA4-9853-5F41-B31C-69CDF084413F}" dt="2023-05-11T00:35:19.183" v="2880"/>
          <ac:spMkLst>
            <pc:docMk/>
            <pc:sldMk cId="1497581813" sldId="582"/>
            <ac:spMk id="22" creationId="{F086AE41-A1FB-5417-2201-5CB71C947A63}"/>
          </ac:spMkLst>
        </pc:spChg>
        <pc:grpChg chg="add del mod">
          <ac:chgData name="任 贵斌" userId="bf69534e0d83a1ae" providerId="LiveId" clId="{16E96CA4-9853-5F41-B31C-69CDF084413F}" dt="2023-05-11T00:35:28.371" v="2881" actId="165"/>
          <ac:grpSpMkLst>
            <pc:docMk/>
            <pc:sldMk cId="1497581813" sldId="582"/>
            <ac:grpSpMk id="5" creationId="{A9A1EF8F-23CA-9DF2-84FC-B8229E324F9A}"/>
          </ac:grpSpMkLst>
        </pc:grpChg>
        <pc:grpChg chg="mod topLvl">
          <ac:chgData name="任 贵斌" userId="bf69534e0d83a1ae" providerId="LiveId" clId="{16E96CA4-9853-5F41-B31C-69CDF084413F}" dt="2023-05-11T00:35:28.371" v="2881" actId="165"/>
          <ac:grpSpMkLst>
            <pc:docMk/>
            <pc:sldMk cId="1497581813" sldId="582"/>
            <ac:grpSpMk id="8" creationId="{ACDB4083-A477-00DD-85AC-E0D1D2A2E9C5}"/>
          </ac:grpSpMkLst>
        </pc:grpChg>
        <pc:grpChg chg="mod topLvl">
          <ac:chgData name="任 贵斌" userId="bf69534e0d83a1ae" providerId="LiveId" clId="{16E96CA4-9853-5F41-B31C-69CDF084413F}" dt="2023-05-11T00:35:28.371" v="2881" actId="165"/>
          <ac:grpSpMkLst>
            <pc:docMk/>
            <pc:sldMk cId="1497581813" sldId="582"/>
            <ac:grpSpMk id="9" creationId="{0DE3F46D-EC22-0D2A-401C-DCF9B495BA2B}"/>
          </ac:grpSpMkLst>
        </pc:grpChg>
        <pc:grpChg chg="mod topLvl">
          <ac:chgData name="任 贵斌" userId="bf69534e0d83a1ae" providerId="LiveId" clId="{16E96CA4-9853-5F41-B31C-69CDF084413F}" dt="2023-05-11T00:35:28.371" v="2881" actId="165"/>
          <ac:grpSpMkLst>
            <pc:docMk/>
            <pc:sldMk cId="1497581813" sldId="582"/>
            <ac:grpSpMk id="10" creationId="{06E82D23-FBF3-BD49-83E0-348E7FFF1F47}"/>
          </ac:grpSpMkLst>
        </pc:grpChg>
        <pc:cxnChg chg="mod topLvl">
          <ac:chgData name="任 贵斌" userId="bf69534e0d83a1ae" providerId="LiveId" clId="{16E96CA4-9853-5F41-B31C-69CDF084413F}" dt="2023-05-11T00:35:28.371" v="2881" actId="165"/>
          <ac:cxnSpMkLst>
            <pc:docMk/>
            <pc:sldMk cId="1497581813" sldId="582"/>
            <ac:cxnSpMk id="6" creationId="{6CFE8E17-D72C-B8AE-57D0-5F65C67F01CD}"/>
          </ac:cxnSpMkLst>
        </pc:cxnChg>
      </pc:sldChg>
      <pc:sldChg chg="addSp delSp modSp add del">
        <pc:chgData name="任 贵斌" userId="bf69534e0d83a1ae" providerId="LiveId" clId="{16E96CA4-9853-5F41-B31C-69CDF084413F}" dt="2023-05-11T00:25:15.665" v="2635" actId="2696"/>
        <pc:sldMkLst>
          <pc:docMk/>
          <pc:sldMk cId="1043278405" sldId="583"/>
        </pc:sldMkLst>
        <pc:spChg chg="del">
          <ac:chgData name="任 贵斌" userId="bf69534e0d83a1ae" providerId="LiveId" clId="{16E96CA4-9853-5F41-B31C-69CDF084413F}" dt="2023-05-11T00:23:20.506" v="2633"/>
          <ac:spMkLst>
            <pc:docMk/>
            <pc:sldMk cId="1043278405" sldId="583"/>
            <ac:spMk id="2" creationId="{E7CB11EA-9854-D6F7-0160-5619E29AB05C}"/>
          </ac:spMkLst>
        </pc:spChg>
        <pc:spChg chg="mod">
          <ac:chgData name="任 贵斌" userId="bf69534e0d83a1ae" providerId="LiveId" clId="{16E96CA4-9853-5F41-B31C-69CDF084413F}" dt="2023-05-11T00:23:20.506" v="2633"/>
          <ac:spMkLst>
            <pc:docMk/>
            <pc:sldMk cId="1043278405" sldId="583"/>
            <ac:spMk id="3" creationId="{9E2BEB4D-8DCA-93F0-A4BA-459C0C4F7710}"/>
          </ac:spMkLst>
        </pc:spChg>
        <pc:spChg chg="add mod">
          <ac:chgData name="任 贵斌" userId="bf69534e0d83a1ae" providerId="LiveId" clId="{16E96CA4-9853-5F41-B31C-69CDF084413F}" dt="2023-05-11T00:23:20.506" v="2633"/>
          <ac:spMkLst>
            <pc:docMk/>
            <pc:sldMk cId="1043278405" sldId="583"/>
            <ac:spMk id="4" creationId="{37396A27-5856-1216-8D2F-C76848F88C63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6" creationId="{7E4BB0B4-F2FC-2428-89C9-E937E1A92778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7" creationId="{2D9E2B08-7D6D-618F-86B2-ACE7144829FD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8" creationId="{2157D005-E196-B7B3-87BA-EC0B65E4B076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9" creationId="{F1EC3972-7A01-C27F-3166-932BADA00AA5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0" creationId="{863D31EE-C493-9E6A-4035-237732C48B91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1" creationId="{11C02031-3162-433A-B78F-51449C97D99B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2" creationId="{3105826F-3696-A4BB-890D-3CDCE645354F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3" creationId="{DC9C4ECD-85EC-5339-038F-654A14C2E319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4" creationId="{98C8AE28-FACB-F271-A88B-5F28D5AC324A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5" creationId="{4594D0FD-4220-C86E-0326-57041065378A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6" creationId="{1297BA6D-1CA5-DBEB-A706-E6D4EF766ABD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7" creationId="{A98A7004-4E58-7185-04D7-12065EAC3233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8" creationId="{80E8DA24-68D2-0CB6-BF30-E881CD9CC143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19" creationId="{8D83DD25-6BDA-5BE0-FE9E-51A5A8A9B145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20" creationId="{72CC4DE5-6DA3-CAB9-0630-9C267789DE6C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21" creationId="{A44C6D9D-C7E9-79DE-9403-9900BC0FF2BF}"/>
          </ac:spMkLst>
        </pc:spChg>
        <pc:spChg chg="mod">
          <ac:chgData name="任 贵斌" userId="bf69534e0d83a1ae" providerId="LiveId" clId="{16E96CA4-9853-5F41-B31C-69CDF084413F}" dt="2023-05-11T00:23:20.606" v="2634"/>
          <ac:spMkLst>
            <pc:docMk/>
            <pc:sldMk cId="1043278405" sldId="583"/>
            <ac:spMk id="22" creationId="{0378B264-DF48-8F6B-F6FF-A5EFCE9C6E29}"/>
          </ac:spMkLst>
        </pc:spChg>
        <pc:grpChg chg="add mod">
          <ac:chgData name="任 贵斌" userId="bf69534e0d83a1ae" providerId="LiveId" clId="{16E96CA4-9853-5F41-B31C-69CDF084413F}" dt="2023-05-11T00:23:20.606" v="2634"/>
          <ac:grpSpMkLst>
            <pc:docMk/>
            <pc:sldMk cId="1043278405" sldId="583"/>
            <ac:grpSpMk id="5" creationId="{D1050CFE-2B48-09A5-521D-C0495D57BA9E}"/>
          </ac:grpSpMkLst>
        </pc:grpChg>
      </pc:sldChg>
      <pc:sldChg chg="add del">
        <pc:chgData name="任 贵斌" userId="bf69534e0d83a1ae" providerId="LiveId" clId="{16E96CA4-9853-5F41-B31C-69CDF084413F}" dt="2023-05-11T03:01:03.914" v="4308" actId="2696"/>
        <pc:sldMkLst>
          <pc:docMk/>
          <pc:sldMk cId="3664394889" sldId="588"/>
        </pc:sldMkLst>
      </pc:sldChg>
      <pc:sldChg chg="add">
        <pc:chgData name="任 贵斌" userId="bf69534e0d83a1ae" providerId="LiveId" clId="{16E96CA4-9853-5F41-B31C-69CDF084413F}" dt="2023-05-11T03:00:43.391" v="4307"/>
        <pc:sldMkLst>
          <pc:docMk/>
          <pc:sldMk cId="1036999226" sldId="589"/>
        </pc:sldMkLst>
      </pc:sldChg>
      <pc:sldChg chg="add">
        <pc:chgData name="任 贵斌" userId="bf69534e0d83a1ae" providerId="LiveId" clId="{16E96CA4-9853-5F41-B31C-69CDF084413F}" dt="2023-05-11T03:00:43.391" v="4307"/>
        <pc:sldMkLst>
          <pc:docMk/>
          <pc:sldMk cId="3796215140" sldId="591"/>
        </pc:sldMkLst>
      </pc:sldChg>
      <pc:sldChg chg="add">
        <pc:chgData name="任 贵斌" userId="bf69534e0d83a1ae" providerId="LiveId" clId="{16E96CA4-9853-5F41-B31C-69CDF084413F}" dt="2023-05-11T03:00:43.391" v="4307"/>
        <pc:sldMkLst>
          <pc:docMk/>
          <pc:sldMk cId="2998457961" sldId="592"/>
        </pc:sldMkLst>
      </pc:sldChg>
      <pc:sldChg chg="add">
        <pc:chgData name="任 贵斌" userId="bf69534e0d83a1ae" providerId="LiveId" clId="{16E96CA4-9853-5F41-B31C-69CDF084413F}" dt="2023-05-11T03:00:43.391" v="4307"/>
        <pc:sldMkLst>
          <pc:docMk/>
          <pc:sldMk cId="2103786247" sldId="593"/>
        </pc:sldMkLst>
      </pc:sldChg>
      <pc:sldChg chg="add">
        <pc:chgData name="任 贵斌" userId="bf69534e0d83a1ae" providerId="LiveId" clId="{16E96CA4-9853-5F41-B31C-69CDF084413F}" dt="2023-05-11T03:00:43.391" v="4307"/>
        <pc:sldMkLst>
          <pc:docMk/>
          <pc:sldMk cId="1462164232" sldId="594"/>
        </pc:sldMkLst>
      </pc:sldChg>
      <pc:sldChg chg="add">
        <pc:chgData name="任 贵斌" userId="bf69534e0d83a1ae" providerId="LiveId" clId="{16E96CA4-9853-5F41-B31C-69CDF084413F}" dt="2023-05-11T03:00:43.391" v="4307"/>
        <pc:sldMkLst>
          <pc:docMk/>
          <pc:sldMk cId="3670428529" sldId="595"/>
        </pc:sldMkLst>
      </pc:sldChg>
      <pc:sldChg chg="add">
        <pc:chgData name="任 贵斌" userId="bf69534e0d83a1ae" providerId="LiveId" clId="{16E96CA4-9853-5F41-B31C-69CDF084413F}" dt="2023-05-11T03:00:43.391" v="4307"/>
        <pc:sldMkLst>
          <pc:docMk/>
          <pc:sldMk cId="1498167957" sldId="596"/>
        </pc:sldMkLst>
      </pc:sldChg>
      <pc:sldChg chg="add">
        <pc:chgData name="任 贵斌" userId="bf69534e0d83a1ae" providerId="LiveId" clId="{16E96CA4-9853-5F41-B31C-69CDF084413F}" dt="2023-05-11T03:00:43.391" v="4307"/>
        <pc:sldMkLst>
          <pc:docMk/>
          <pc:sldMk cId="3209012631" sldId="5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DC459-2FDE-384B-BC4D-E0C5A62CC535}" type="datetimeFigureOut">
              <a:rPr kumimoji="1" lang="zh-CN" altLang="en-US" smtClean="0"/>
              <a:t>2023/11/6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9F79E-B6B7-534B-AAEE-1F443B7D50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69F79E-B6B7-534B-AAEE-1F443B7D50D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73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技术平台能力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69F79E-B6B7-534B-AAEE-1F443B7D50DA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106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081" cy="68580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30924961-F064-44CE-A3DE-53E61887D270}" type="slidenum">
              <a:rPr lang="zh-CN" altLang="en-US"/>
              <a:t>‹#›</a:t>
            </a:fld>
            <a:endParaRPr lang="zh-CN" altLang="en-US"/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solid"/>
              <a:miter/>
            </a:ln>
          </p:spPr>
        </p:cxn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徽标, 公司名称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>
                <a:solidFill>
                  <a:srgbClr val="898989"/>
                </a:solidFill>
                <a:latin typeface="FZLanTingHei-M-GBK"/>
                <a:ea typeface="FZLanTingHei-M-GBK"/>
              </a:rPr>
              <a:t>www.tcl.com</a:t>
            </a:r>
            <a:endParaRPr lang="zh-CN" altLang="en-US" sz="1200">
              <a:solidFill>
                <a:srgbClr val="898989"/>
              </a:solidFill>
              <a:latin typeface="FZLanTingHei-M-GBK"/>
              <a:ea typeface="FZLanTingHei-M-GBK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532608A3-B87E-4229-9426-F71F43E72B1C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7BC82E-49A7-4C89-8301-AAB25B14A97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7840" y="562610"/>
            <a:ext cx="9013613" cy="887728"/>
          </a:xfrm>
        </p:spPr>
        <p:txBody>
          <a:bodyPr>
            <a:normAutofit/>
          </a:bodyPr>
          <a:lstStyle>
            <a:lvl1pPr lvl="0">
              <a:defRPr sz="3600" b="1"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83E85B-B8DF-4584-A58B-6AC81B037851}" type="datetimeFigureOut">
              <a:rPr lang="zh-CN" altLang="en-US"/>
              <a:t>2023/11/6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158377-B6FF-4392-9ADE-3CBAEE473FC5}" type="slidenum">
              <a:rPr lang="zh-CN" altLang="en-US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878754" y="1293495"/>
            <a:ext cx="8902699" cy="0"/>
          </a:xfrm>
          <a:prstGeom prst="line">
            <a:avLst/>
          </a:prstGeom>
          <a:ln w="9525">
            <a:solidFill>
              <a:srgbClr val="AAABAF"/>
            </a:solidFill>
            <a:prstDash val="solid"/>
            <a:miter/>
          </a:ln>
        </p:spPr>
      </p:cxnSp>
      <p:cxnSp>
        <p:nvCxnSpPr>
          <p:cNvPr id="9" name="直接连接符 8"/>
          <p:cNvCxnSpPr/>
          <p:nvPr userDrawn="1"/>
        </p:nvCxnSpPr>
        <p:spPr>
          <a:xfrm>
            <a:off x="1878754" y="1327150"/>
            <a:ext cx="8902699" cy="0"/>
          </a:xfrm>
          <a:prstGeom prst="line">
            <a:avLst/>
          </a:prstGeom>
          <a:ln w="9525">
            <a:solidFill>
              <a:srgbClr val="AAABAF"/>
            </a:solidFill>
            <a:prstDash val="solid"/>
            <a:miter/>
          </a:ln>
        </p:spPr>
      </p:cxn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767840" y="1488817"/>
            <a:ext cx="9013613" cy="4351338"/>
          </a:xfrm>
        </p:spPr>
        <p:txBody>
          <a:bodyPr>
            <a:normAutofit/>
          </a:bodyPr>
          <a:lstStyle>
            <a:lvl1pPr lvl="0"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defRPr>
            </a:lvl1pPr>
            <a:lvl2pPr lvl="1"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defRPr>
            </a:lvl2pPr>
            <a:lvl3pPr lvl="2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defRPr>
            </a:lvl3pPr>
            <a:lvl4pPr lvl="3"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defRPr>
            </a:lvl4pPr>
            <a:lvl5pPr lvl="4"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BE16-50CC-283A-5AD5-E315146B9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D7D9D-7C9D-267E-1463-7CBC95472A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E658B-AD21-7B8F-BA31-0AA6DC72CE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DC026-6BD0-C0B1-17FF-47C0763833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50A400-857E-4756-B5D2-E9BD7E7A851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91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与项目符号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形"/>
          <p:cNvSpPr/>
          <p:nvPr userDrawn="1"/>
        </p:nvSpPr>
        <p:spPr>
          <a:xfrm>
            <a:off x="321974" y="1248662"/>
            <a:ext cx="4899742" cy="4967307"/>
          </a:xfrm>
          <a:prstGeom prst="ellipse">
            <a:avLst/>
          </a:prstGeom>
          <a:blipFill>
            <a:blip r:embed="rId2"/>
            <a:srcRect/>
            <a:stretch>
              <a:fillRect l="-27358" t="-13404" r="-524" b="-4060"/>
            </a:stretch>
          </a:blipFill>
          <a:ln w="12700">
            <a:miter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DengXian"/>
                <a:ea typeface="DengXian"/>
              </a:defRPr>
            </a:pPr>
            <a:endParaRPr sz="1600">
              <a:latin typeface="微软雅黑"/>
              <a:ea typeface="微软雅黑"/>
            </a:endParaRPr>
          </a:p>
        </p:txBody>
      </p:sp>
      <p:sp>
        <p:nvSpPr>
          <p:cNvPr id="11" name="圆形"/>
          <p:cNvSpPr/>
          <p:nvPr userDrawn="1"/>
        </p:nvSpPr>
        <p:spPr>
          <a:xfrm>
            <a:off x="3622658" y="2494795"/>
            <a:ext cx="3007733" cy="3049207"/>
          </a:xfrm>
          <a:prstGeom prst="ellipse">
            <a:avLst/>
          </a:prstGeom>
          <a:solidFill>
            <a:srgbClr val="DC3E33">
              <a:alpha val="60000"/>
            </a:srgbClr>
          </a:solidFill>
          <a:ln w="12700">
            <a:miter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DengXian"/>
                <a:ea typeface="DengXian"/>
              </a:defRPr>
            </a:pPr>
            <a:endParaRPr sz="1600">
              <a:solidFill>
                <a:schemeClr val="tx2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56827" y="253474"/>
            <a:ext cx="1831521" cy="859918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形状 13"/>
          <p:cNvSpPr/>
          <p:nvPr userDrawn="1"/>
        </p:nvSpPr>
        <p:spPr>
          <a:xfrm>
            <a:off x="2" y="224140"/>
            <a:ext cx="279564" cy="573604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564" h="573604">
                <a:moveTo>
                  <a:pt x="0" y="0"/>
                </a:moveTo>
                <a:cubicBezTo>
                  <a:pt x="154399" y="0"/>
                  <a:pt x="279564" y="128406"/>
                  <a:pt x="279564" y="286802"/>
                </a:cubicBezTo>
                <a:cubicBezTo>
                  <a:pt x="279564" y="445199"/>
                  <a:pt x="154399" y="573604"/>
                  <a:pt x="0" y="573604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>
            <a:noFill/>
          </a:ln>
          <a:effectLst/>
          <a:sp3d/>
        </p:spPr>
        <p:txBody>
          <a:bodyPr rot="0" vert="horz" wrap="square" lIns="0" tIns="0" rIns="0" bIns="0" numCol="1" spcCol="38100" anchor="ctr" anchorCtr="0"/>
          <a:lstStyle/>
          <a:p>
            <a:endParaRPr lang="zh-CN" altLang="en-US" sz="1600" b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30520" y="209964"/>
            <a:ext cx="1325800" cy="62247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vl="0">
              <a:defRPr sz="2115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幻灯片编号占位符 12"/>
          <p:cNvSpPr>
            <a:spLocks noGrp="1"/>
          </p:cNvSpPr>
          <p:nvPr>
            <p:ph type="sldNum" idx="4"/>
          </p:nvPr>
        </p:nvSpPr>
        <p:spPr>
          <a:xfrm>
            <a:off x="10962950" y="6578342"/>
            <a:ext cx="1169867" cy="23184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70" b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</a:defRPr>
            </a:lvl1pPr>
          </a:lstStyle>
          <a:p>
            <a:fld id="{CC272CD0-4971-42BB-B262-250EF79A4E8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12"/>
          <p:cNvSpPr>
            <a:spLocks noGrp="1"/>
          </p:cNvSpPr>
          <p:nvPr>
            <p:ph type="sldNum" idx="4"/>
          </p:nvPr>
        </p:nvSpPr>
        <p:spPr>
          <a:xfrm>
            <a:off x="10962950" y="6439134"/>
            <a:ext cx="1169867" cy="23184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70" b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</a:defRPr>
            </a:lvl1pPr>
          </a:lstStyle>
          <a:p>
            <a:fld id="{230B63FE-D40F-4738-865E-E126A7EF8392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30520" y="209964"/>
            <a:ext cx="1325800" cy="622477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7822" y="2814003"/>
            <a:ext cx="3239193" cy="1303726"/>
          </a:xfrm>
          <a:prstGeom prst="rect">
            <a:avLst/>
          </a:prstGeom>
        </p:spPr>
      </p:pic>
      <p:sp>
        <p:nvSpPr>
          <p:cNvPr id="9" name="圆形"/>
          <p:cNvSpPr/>
          <p:nvPr userDrawn="1"/>
        </p:nvSpPr>
        <p:spPr>
          <a:xfrm>
            <a:off x="3596298" y="1476304"/>
            <a:ext cx="3905440" cy="3905390"/>
          </a:xfrm>
          <a:prstGeom prst="ellipse">
            <a:avLst/>
          </a:prstGeom>
          <a:blipFill>
            <a:blip r:embed="rId3"/>
            <a:srcRect/>
            <a:stretch>
              <a:fillRect l="-3703" r="-2547"/>
            </a:stretch>
          </a:blipFill>
          <a:ln w="12700">
            <a:miter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DengXian"/>
                <a:ea typeface="DengXian"/>
              </a:defRPr>
            </a:pPr>
            <a:endParaRPr sz="740">
              <a:latin typeface="FZLanTingHei-M-GBK"/>
              <a:ea typeface="FZLanTingHei-M-GBK"/>
            </a:endParaRPr>
          </a:p>
        </p:txBody>
      </p:sp>
      <p:sp>
        <p:nvSpPr>
          <p:cNvPr id="10" name="圆形"/>
          <p:cNvSpPr/>
          <p:nvPr userDrawn="1"/>
        </p:nvSpPr>
        <p:spPr>
          <a:xfrm>
            <a:off x="2278444" y="2274409"/>
            <a:ext cx="2869656" cy="2869621"/>
          </a:xfrm>
          <a:prstGeom prst="ellipse">
            <a:avLst/>
          </a:prstGeom>
          <a:solidFill>
            <a:srgbClr val="DC3E33">
              <a:alpha val="60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DengXian"/>
                <a:ea typeface="DengXian"/>
              </a:defRPr>
            </a:pPr>
            <a:endParaRPr sz="740">
              <a:solidFill>
                <a:srgbClr val="E60002"/>
              </a:solidFill>
              <a:latin typeface="FZLanTingHei-M-GBK"/>
              <a:ea typeface="FZLanTingHei-M-GBK"/>
            </a:endParaRPr>
          </a:p>
        </p:txBody>
      </p:sp>
      <p:cxnSp>
        <p:nvCxnSpPr>
          <p:cNvPr id="13" name="直线连接符 12"/>
          <p:cNvCxnSpPr/>
          <p:nvPr userDrawn="1"/>
        </p:nvCxnSpPr>
        <p:spPr>
          <a:xfrm>
            <a:off x="7859808" y="3611412"/>
            <a:ext cx="208472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/>
          </a:ln>
        </p:spPr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530520" y="209964"/>
            <a:ext cx="1325800" cy="622477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lvl="0"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lvl="0" indent="0" algn="ctr">
              <a:lnSpc>
                <a:spcPct val="110000"/>
              </a:lnSpc>
              <a:buNone/>
              <a:defRPr sz="2400" u="none" strike="noStrike" kern="12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E27A5400-37EF-4403-9FA9-D1E344A270B4}" type="datetimeFigureOut">
              <a:rPr lang="zh-CN" altLang="en-US"/>
              <a:t>2023/11/6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idx="11"/>
            <p:custDataLst>
              <p:tags r:id="rId4"/>
            </p:custDataLst>
          </p:nvPr>
        </p:nvSpPr>
        <p:spPr>
          <a:xfrm>
            <a:off x="4116000" y="6314400"/>
            <a:ext cx="3960001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  <p:custDataLst>
              <p:tags r:id="rId5"/>
            </p:custDataLst>
          </p:nvPr>
        </p:nvSpPr>
        <p:spPr/>
        <p:txBody>
          <a:bodyPr/>
          <a:lstStyle/>
          <a:p>
            <a:fld id="{214D368E-D5B1-416B-B249-3BD375F48EE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xfrm>
            <a:off x="887082" y="6726955"/>
            <a:ext cx="2903177" cy="386414"/>
          </a:xfrm>
        </p:spPr>
        <p:txBody>
          <a:bodyPr/>
          <a:lstStyle/>
          <a:p>
            <a:fld id="{56EA7ED8-E39D-4A08-BAF6-121C6C5B211B}" type="datetimeFigureOut">
              <a:rPr lang="zh-CN" altLang="en-US"/>
              <a:t>2023/11/6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xfrm>
            <a:off x="4274122" y="6726955"/>
            <a:ext cx="4354766" cy="38641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EFC3BDA-E105-4880-BCD7-E6FF2BF3FD4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0A400-857E-4756-B5D2-E9BD7E7A851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73" r:id="rId7"/>
  </p:sldLayoutIdLst>
  <p:hf hdr="0" ftr="0" dt="0"/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/>
          <a:ea typeface="等线 Light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等线"/>
          <a:ea typeface="等线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等线"/>
          <a:ea typeface="等线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等线"/>
          <a:ea typeface="等线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/>
          <a:ea typeface="等线"/>
        </a:defRPr>
      </a:lvl1pPr>
      <a:lvl2pPr marL="457200" lvl="1" algn="l" defTabSz="914400">
        <a:defRPr sz="1800" kern="1200">
          <a:solidFill>
            <a:schemeClr val="tx1"/>
          </a:solidFill>
          <a:latin typeface="等线"/>
          <a:ea typeface="等线"/>
        </a:defRPr>
      </a:lvl2pPr>
      <a:lvl3pPr marL="914400" lvl="2" algn="l" defTabSz="914400">
        <a:defRPr sz="1800" kern="1200">
          <a:solidFill>
            <a:schemeClr val="tx1"/>
          </a:solidFill>
          <a:latin typeface="等线"/>
          <a:ea typeface="等线"/>
        </a:defRPr>
      </a:lvl3pPr>
      <a:lvl4pPr marL="1371600" lvl="3" algn="l" defTabSz="914400">
        <a:defRPr sz="1800" kern="1200">
          <a:solidFill>
            <a:schemeClr val="tx1"/>
          </a:solidFill>
          <a:latin typeface="等线"/>
          <a:ea typeface="等线"/>
        </a:defRPr>
      </a:lvl4pPr>
      <a:lvl5pPr marL="1828800" lvl="4" algn="l" defTabSz="914400">
        <a:defRPr sz="1800" kern="1200">
          <a:solidFill>
            <a:schemeClr val="tx1"/>
          </a:solidFill>
          <a:latin typeface="等线"/>
          <a:ea typeface="等线"/>
        </a:defRPr>
      </a:lvl5pPr>
      <a:lvl6pPr marL="2286000" lvl="5" algn="l" defTabSz="914400">
        <a:defRPr sz="1800" kern="1200">
          <a:solidFill>
            <a:schemeClr val="tx1"/>
          </a:solidFill>
          <a:latin typeface="等线"/>
          <a:ea typeface="等线"/>
        </a:defRPr>
      </a:lvl6pPr>
      <a:lvl7pPr marL="2743200" lvl="6" algn="l" defTabSz="914400">
        <a:defRPr sz="1800" kern="1200">
          <a:solidFill>
            <a:schemeClr val="tx1"/>
          </a:solidFill>
          <a:latin typeface="等线"/>
          <a:ea typeface="等线"/>
        </a:defRPr>
      </a:lvl7pPr>
      <a:lvl8pPr marL="3200400" lvl="7" algn="l" defTabSz="914400">
        <a:defRPr sz="1800" kern="1200">
          <a:solidFill>
            <a:schemeClr val="tx1"/>
          </a:solidFill>
          <a:latin typeface="等线"/>
          <a:ea typeface="等线"/>
        </a:defRPr>
      </a:lvl8pPr>
      <a:lvl9pPr marL="3657600" lvl="8" algn="l" defTabSz="914400">
        <a:defRPr sz="1800" kern="1200">
          <a:solidFill>
            <a:schemeClr val="tx1"/>
          </a:solidFill>
          <a:latin typeface="等线"/>
          <a:ea typeface="等线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占位符 11"/>
          <p:cNvSpPr>
            <a:spLocks noGrp="1"/>
          </p:cNvSpPr>
          <p:nvPr>
            <p:ph type="title"/>
          </p:nvPr>
        </p:nvSpPr>
        <p:spPr>
          <a:xfrm>
            <a:off x="336017" y="364574"/>
            <a:ext cx="5760993" cy="280569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3" name="幻灯片编号占位符 12"/>
          <p:cNvSpPr>
            <a:spLocks noGrp="1"/>
          </p:cNvSpPr>
          <p:nvPr>
            <p:ph type="sldNum" idx="4"/>
          </p:nvPr>
        </p:nvSpPr>
        <p:spPr>
          <a:xfrm>
            <a:off x="10962950" y="6490068"/>
            <a:ext cx="1169867" cy="23184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70" b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</a:defRPr>
            </a:lvl1pPr>
          </a:lstStyle>
          <a:p>
            <a:fld id="{21587B65-ED31-4FC8-85E4-705699B08A17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hf hdr="0" ftr="0" dt="0"/>
  <p:txStyles>
    <p:titleStyle>
      <a:lvl1pPr marL="0" lvl="0" indent="0" algn="l" defTabSz="55054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8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105410" lvl="0" indent="-105410" algn="l" defTabSz="422275">
        <a:lnSpc>
          <a:spcPct val="90000"/>
        </a:lnSpc>
        <a:spcBef>
          <a:spcPts val="460"/>
        </a:spcBef>
        <a:buFont typeface="Arial"/>
        <a:buChar char="•"/>
        <a:defRPr sz="1290" kern="1200">
          <a:solidFill>
            <a:schemeClr val="tx1"/>
          </a:solidFill>
          <a:latin typeface="DengXian"/>
          <a:ea typeface="DengXian"/>
        </a:defRPr>
      </a:lvl1pPr>
      <a:lvl2pPr marL="316230" lvl="1" indent="-105410" algn="l" defTabSz="422275">
        <a:lnSpc>
          <a:spcPct val="90000"/>
        </a:lnSpc>
        <a:spcBef>
          <a:spcPct val="47000"/>
        </a:spcBef>
        <a:buFont typeface="Arial"/>
        <a:buChar char="•"/>
        <a:defRPr sz="1105" kern="1200">
          <a:solidFill>
            <a:schemeClr val="tx1"/>
          </a:solidFill>
          <a:latin typeface="DengXian"/>
          <a:ea typeface="DengXian"/>
        </a:defRPr>
      </a:lvl2pPr>
      <a:lvl3pPr marL="527685" lvl="2" indent="-105410" algn="l" defTabSz="422275">
        <a:lnSpc>
          <a:spcPct val="90000"/>
        </a:lnSpc>
        <a:spcBef>
          <a:spcPct val="47000"/>
        </a:spcBef>
        <a:buFont typeface="Arial"/>
        <a:buChar char="•"/>
        <a:defRPr sz="920" kern="1200">
          <a:solidFill>
            <a:schemeClr val="tx1"/>
          </a:solidFill>
          <a:latin typeface="DengXian"/>
          <a:ea typeface="DengXian"/>
        </a:defRPr>
      </a:lvl3pPr>
      <a:lvl4pPr marL="738505" lvl="3" indent="-105410" algn="l" defTabSz="422275">
        <a:lnSpc>
          <a:spcPct val="90000"/>
        </a:lnSpc>
        <a:spcBef>
          <a:spcPct val="47000"/>
        </a:spcBef>
        <a:buFont typeface="Arial"/>
        <a:buChar char="•"/>
        <a:defRPr sz="830" kern="1200">
          <a:solidFill>
            <a:schemeClr val="tx1"/>
          </a:solidFill>
          <a:latin typeface="DengXian"/>
          <a:ea typeface="DengXian"/>
        </a:defRPr>
      </a:lvl4pPr>
      <a:lvl5pPr marL="949325" lvl="4" indent="-105410" algn="l" defTabSz="422275">
        <a:lnSpc>
          <a:spcPct val="90000"/>
        </a:lnSpc>
        <a:spcBef>
          <a:spcPct val="47000"/>
        </a:spcBef>
        <a:buFont typeface="Arial"/>
        <a:buChar char="•"/>
        <a:defRPr sz="830" kern="1200">
          <a:solidFill>
            <a:schemeClr val="tx1"/>
          </a:solidFill>
          <a:latin typeface="DengXian"/>
          <a:ea typeface="DengXian"/>
        </a:defRPr>
      </a:lvl5pPr>
      <a:lvl6pPr marL="1160780" lvl="5" indent="-105410" algn="l" defTabSz="422275">
        <a:lnSpc>
          <a:spcPct val="90000"/>
        </a:lnSpc>
        <a:spcBef>
          <a:spcPct val="47000"/>
        </a:spcBef>
        <a:buFont typeface="Arial"/>
        <a:buChar char="•"/>
        <a:defRPr sz="830" kern="1200">
          <a:solidFill>
            <a:schemeClr val="tx1"/>
          </a:solidFill>
          <a:latin typeface="DengXian"/>
          <a:ea typeface="DengXian"/>
        </a:defRPr>
      </a:lvl6pPr>
      <a:lvl7pPr marL="1371600" lvl="6" indent="-105410" algn="l" defTabSz="422275">
        <a:lnSpc>
          <a:spcPct val="90000"/>
        </a:lnSpc>
        <a:spcBef>
          <a:spcPct val="47000"/>
        </a:spcBef>
        <a:buFont typeface="Arial"/>
        <a:buChar char="•"/>
        <a:defRPr sz="830" kern="1200">
          <a:solidFill>
            <a:schemeClr val="tx1"/>
          </a:solidFill>
          <a:latin typeface="DengXian"/>
          <a:ea typeface="DengXian"/>
        </a:defRPr>
      </a:lvl7pPr>
      <a:lvl8pPr marL="1582420" lvl="7" indent="-105410" algn="l" defTabSz="422275">
        <a:lnSpc>
          <a:spcPct val="90000"/>
        </a:lnSpc>
        <a:spcBef>
          <a:spcPct val="47000"/>
        </a:spcBef>
        <a:buFont typeface="Arial"/>
        <a:buChar char="•"/>
        <a:defRPr sz="830" kern="1200">
          <a:solidFill>
            <a:schemeClr val="tx1"/>
          </a:solidFill>
          <a:latin typeface="DengXian"/>
          <a:ea typeface="DengXian"/>
        </a:defRPr>
      </a:lvl8pPr>
      <a:lvl9pPr marL="1794510" lvl="8" indent="-105410" algn="l" defTabSz="422275">
        <a:lnSpc>
          <a:spcPct val="90000"/>
        </a:lnSpc>
        <a:spcBef>
          <a:spcPct val="47000"/>
        </a:spcBef>
        <a:buFont typeface="Arial"/>
        <a:buChar char="•"/>
        <a:defRPr sz="830" kern="1200">
          <a:solidFill>
            <a:schemeClr val="tx1"/>
          </a:solidFill>
          <a:latin typeface="DengXian"/>
          <a:ea typeface="DengXian"/>
        </a:defRPr>
      </a:lvl9pPr>
    </p:bodyStyle>
    <p:otherStyle>
      <a:lvl1pPr marL="0" lvl="0" algn="l" defTabSz="422275">
        <a:defRPr sz="830" kern="1200">
          <a:solidFill>
            <a:schemeClr val="tx1"/>
          </a:solidFill>
          <a:latin typeface="DengXian"/>
          <a:ea typeface="DengXian"/>
        </a:defRPr>
      </a:lvl1pPr>
      <a:lvl2pPr marL="210820" lvl="1" algn="l" defTabSz="422275">
        <a:defRPr sz="830" kern="1200">
          <a:solidFill>
            <a:schemeClr val="tx1"/>
          </a:solidFill>
          <a:latin typeface="DengXian"/>
          <a:ea typeface="DengXian"/>
        </a:defRPr>
      </a:lvl2pPr>
      <a:lvl3pPr marL="422275" lvl="2" algn="l" defTabSz="422275">
        <a:defRPr sz="830" kern="1200">
          <a:solidFill>
            <a:schemeClr val="tx1"/>
          </a:solidFill>
          <a:latin typeface="DengXian"/>
          <a:ea typeface="DengXian"/>
        </a:defRPr>
      </a:lvl3pPr>
      <a:lvl4pPr marL="633095" lvl="3" algn="l" defTabSz="422275">
        <a:defRPr sz="830" kern="1200">
          <a:solidFill>
            <a:schemeClr val="tx1"/>
          </a:solidFill>
          <a:latin typeface="DengXian"/>
          <a:ea typeface="DengXian"/>
        </a:defRPr>
      </a:lvl4pPr>
      <a:lvl5pPr marL="843915" lvl="4" algn="l" defTabSz="422275">
        <a:defRPr sz="830" kern="1200">
          <a:solidFill>
            <a:schemeClr val="tx1"/>
          </a:solidFill>
          <a:latin typeface="DengXian"/>
          <a:ea typeface="DengXian"/>
        </a:defRPr>
      </a:lvl5pPr>
      <a:lvl6pPr marL="1055370" lvl="5" algn="l" defTabSz="422275">
        <a:defRPr sz="830" kern="1200">
          <a:solidFill>
            <a:schemeClr val="tx1"/>
          </a:solidFill>
          <a:latin typeface="DengXian"/>
          <a:ea typeface="DengXian"/>
        </a:defRPr>
      </a:lvl6pPr>
      <a:lvl7pPr marL="1266190" lvl="6" algn="l" defTabSz="422275">
        <a:defRPr sz="830" kern="1200">
          <a:solidFill>
            <a:schemeClr val="tx1"/>
          </a:solidFill>
          <a:latin typeface="DengXian"/>
          <a:ea typeface="DengXian"/>
        </a:defRPr>
      </a:lvl7pPr>
      <a:lvl8pPr marL="1477010" lvl="7" algn="l" defTabSz="422275">
        <a:defRPr sz="830" kern="1200">
          <a:solidFill>
            <a:schemeClr val="tx1"/>
          </a:solidFill>
          <a:latin typeface="DengXian"/>
          <a:ea typeface="DengXian"/>
        </a:defRPr>
      </a:lvl8pPr>
      <a:lvl9pPr marL="1689100" lvl="8" algn="l" defTabSz="422275">
        <a:defRPr sz="830" kern="1200">
          <a:solidFill>
            <a:schemeClr val="tx1"/>
          </a:solidFill>
          <a:latin typeface="DengXian"/>
          <a:ea typeface="DengXian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hyperlink" Target="https://confluence.tclking.com/pages/viewpage.action?pageId=244461105" TargetMode="External"/><Relationship Id="rId5" Type="http://schemas.openxmlformats.org/officeDocument/2006/relationships/hyperlink" Target="https://confluence.tclking.com/pages/viewpage.action?pageId=243464041" TargetMode="External"/><Relationship Id="rId4" Type="http://schemas.openxmlformats.org/officeDocument/2006/relationships/hyperlink" Target="https://confluence.tclking.com/pages/viewpage.action?pageId=24593435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为方正兰亭 , 最大30pt"/>
          <p:cNvSpPr txBox="1"/>
          <p:nvPr/>
        </p:nvSpPr>
        <p:spPr>
          <a:xfrm>
            <a:off x="774786" y="2808584"/>
            <a:ext cx="4757713" cy="865814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lnSpc>
                <a:spcPct val="150000"/>
              </a:lnSpc>
              <a:defRPr sz="6000">
                <a:solidFill>
                  <a:srgbClr val="5E5E5E"/>
                </a:solidFill>
                <a:latin typeface="Helvetica"/>
                <a:ea typeface="Helvetica"/>
              </a:defRPr>
            </a:pPr>
            <a:r>
              <a:rPr lang="zh-CN" altLang="en-US" sz="4000" b="1" dirty="0">
                <a:solidFill>
                  <a:schemeClr val="bg1"/>
                </a:solidFill>
                <a:latin typeface="Microsoft YaHei UI"/>
                <a:ea typeface="Microsoft YaHei UI"/>
              </a:rPr>
              <a:t>软件产品</a:t>
            </a:r>
            <a:r>
              <a:rPr lang="en-US" altLang="zh-CN" sz="4000" b="1" dirty="0">
                <a:solidFill>
                  <a:schemeClr val="bg1"/>
                </a:solidFill>
                <a:latin typeface="Microsoft YaHei UI"/>
                <a:ea typeface="Microsoft YaHei UI"/>
              </a:rPr>
              <a:t>SE</a:t>
            </a:r>
            <a:r>
              <a:rPr lang="zh-CN" altLang="en-US" sz="4000" b="1" dirty="0">
                <a:solidFill>
                  <a:schemeClr val="bg1"/>
                </a:solidFill>
                <a:latin typeface="Microsoft YaHei UI"/>
                <a:ea typeface="Microsoft YaHei UI"/>
              </a:rPr>
              <a:t>团队变革</a:t>
            </a:r>
          </a:p>
        </p:txBody>
      </p:sp>
      <p:sp>
        <p:nvSpPr>
          <p:cNvPr id="4" name="副标题字体为方正兰亭, 14pt"/>
          <p:cNvSpPr txBox="1"/>
          <p:nvPr/>
        </p:nvSpPr>
        <p:spPr>
          <a:xfrm>
            <a:off x="3115734" y="4086021"/>
            <a:ext cx="2445968" cy="512961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/>
          <a:p>
            <a:pPr defTabSz="210820">
              <a:lnSpc>
                <a:spcPct val="150000"/>
              </a:lnSpc>
              <a:defRPr sz="2800" b="0">
                <a:solidFill>
                  <a:srgbClr val="5E5E5E"/>
                </a:solidFill>
                <a:latin typeface="Helvetica"/>
                <a:ea typeface="Helvetica"/>
              </a:defRPr>
            </a:pPr>
            <a:r>
              <a:rPr lang="zh-CN" altLang="en-US" sz="2000" b="1" dirty="0" smtClean="0">
                <a:solidFill>
                  <a:schemeClr val="bg1"/>
                </a:solidFill>
                <a:latin typeface="Microsoft YaHei UI"/>
                <a:ea typeface="Microsoft YaHei UI"/>
              </a:rPr>
              <a:t>泛智屏解决</a:t>
            </a:r>
            <a:r>
              <a:rPr lang="zh-CN" altLang="en-US" sz="2000" b="1" dirty="0">
                <a:solidFill>
                  <a:schemeClr val="bg1"/>
                </a:solidFill>
                <a:latin typeface="Microsoft YaHei UI"/>
                <a:ea typeface="Microsoft YaHei UI"/>
              </a:rPr>
              <a:t>方案中心</a:t>
            </a:r>
            <a:endParaRPr lang="zh-CN" altLang="en-US" sz="1700" b="1" dirty="0">
              <a:solidFill>
                <a:schemeClr val="bg1"/>
              </a:solidFill>
              <a:latin typeface="Microsoft YaHei UI"/>
              <a:ea typeface="Microsoft YaHei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683360"/>
              </p:ext>
            </p:extLst>
          </p:nvPr>
        </p:nvGraphicFramePr>
        <p:xfrm>
          <a:off x="167888" y="1002844"/>
          <a:ext cx="11814561" cy="4087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312">
                  <a:extLst>
                    <a:ext uri="{9D8B030D-6E8A-4147-A177-3AD203B41FA5}">
                      <a16:colId xmlns:a16="http://schemas.microsoft.com/office/drawing/2014/main" val="232042174"/>
                    </a:ext>
                  </a:extLst>
                </a:gridCol>
                <a:gridCol w="4583687">
                  <a:extLst>
                    <a:ext uri="{9D8B030D-6E8A-4147-A177-3AD203B41FA5}">
                      <a16:colId xmlns:a16="http://schemas.microsoft.com/office/drawing/2014/main" val="725825300"/>
                    </a:ext>
                  </a:extLst>
                </a:gridCol>
                <a:gridCol w="4796287">
                  <a:extLst>
                    <a:ext uri="{9D8B030D-6E8A-4147-A177-3AD203B41FA5}">
                      <a16:colId xmlns:a16="http://schemas.microsoft.com/office/drawing/2014/main" val="1510579945"/>
                    </a:ext>
                  </a:extLst>
                </a:gridCol>
                <a:gridCol w="1018275">
                  <a:extLst>
                    <a:ext uri="{9D8B030D-6E8A-4147-A177-3AD203B41FA5}">
                      <a16:colId xmlns:a16="http://schemas.microsoft.com/office/drawing/2014/main" val="1492211040"/>
                    </a:ext>
                  </a:extLst>
                </a:gridCol>
              </a:tblGrid>
              <a:tr h="5767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</a:t>
                      </a:r>
                      <a:endParaRPr lang="zh-CN" altLang="zh-CN" sz="12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zh-CN" sz="12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进度</a:t>
                      </a:r>
                      <a:endParaRPr lang="zh-CN" altLang="zh-CN" sz="12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zh-CN" sz="12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15434"/>
                  </a:ext>
                </a:extLst>
              </a:tr>
              <a:tr h="13464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定性目标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团队</a:t>
                      </a:r>
                      <a:r>
                        <a:rPr lang="en-US" altLang="zh-CN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个人  </a:t>
                      </a:r>
                      <a:endParaRPr lang="en-US" altLang="zh-CN" sz="11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180975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a. </a:t>
                      </a:r>
                      <a:r>
                        <a:rPr lang="zh-CN" altLang="en-US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具有清晰的、员工认可、行业认可的核心价值  </a:t>
                      </a:r>
                      <a:endParaRPr lang="en-US" altLang="zh-CN" sz="11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180975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b. </a:t>
                      </a:r>
                      <a:r>
                        <a:rPr lang="zh-CN" altLang="en-US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个人能力提升和成长有一个清晰的目标和路径</a:t>
                      </a:r>
                      <a:endParaRPr lang="en-US" altLang="zh-CN" sz="11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项目</a:t>
                      </a:r>
                      <a:endParaRPr lang="en-US" altLang="zh-CN" sz="11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180975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a. </a:t>
                      </a:r>
                      <a:r>
                        <a:rPr lang="zh-CN" altLang="en-US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作为整机软件的技术交付者，随着团队能力的整体提升，可持续输出高质量稳定的软件版本</a:t>
                      </a:r>
                      <a:endParaRPr lang="en-US" altLang="zh-CN" sz="11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72081"/>
                  </a:ext>
                </a:extLst>
              </a:tr>
              <a:tr h="528702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定量目标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235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 sz="1600"/>
                      </a:pPr>
                      <a:r>
                        <a:rPr lang="en-US" altLang="zh-CN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痛点问题解决</a:t>
                      </a:r>
                      <a:r>
                        <a:rPr lang="en-US" altLang="zh-CN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r>
                        <a:rPr lang="zh-CN" altLang="en-US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endParaRPr lang="zh-CN" altLang="zh-CN" sz="1200" b="0" i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痛点收集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个，目前解决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个，解决率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300716"/>
                  </a:ext>
                </a:extLst>
              </a:tr>
              <a:tr h="528702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打造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1~2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个产品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标杆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全年绩效为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S)</a:t>
                      </a:r>
                      <a:endParaRPr lang="zh-CN" altLang="en-US" sz="1200" b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待年底考核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288345"/>
                  </a:ext>
                </a:extLst>
              </a:tr>
              <a:tr h="572752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全年不少于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名产品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完成职级晋升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至少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名晋升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GGS13)</a:t>
                      </a:r>
                      <a:endParaRPr lang="zh-CN" altLang="en-US" sz="1200" b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年参与晋升评审人员：曾泽欢（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GGS13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）、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黄莉、罗雪倩、赵有珺，晋升结果待通知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109083"/>
                  </a:ext>
                </a:extLst>
              </a:tr>
              <a:tr h="534259">
                <a:tc vMerge="1">
                  <a:txBody>
                    <a:bodyPr/>
                    <a:lstStyle/>
                    <a:p>
                      <a:pPr algn="ctr"/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因产品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引起的质量复盘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返工事件减少</a:t>
                      </a: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zh-CN" altLang="en-US" sz="1200" b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截至至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月份，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年因产品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引起的质量事件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事故为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件，较去年减少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330270"/>
                  </a:ext>
                </a:extLst>
              </a:tr>
            </a:tbl>
          </a:graphicData>
        </a:graphic>
      </p:graphicFrame>
      <p:sp>
        <p:nvSpPr>
          <p:cNvPr id="9" name="椭圆 6"/>
          <p:cNvSpPr/>
          <p:nvPr/>
        </p:nvSpPr>
        <p:spPr>
          <a:xfrm>
            <a:off x="11362560" y="4167370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0" name="椭圆 6"/>
          <p:cNvSpPr/>
          <p:nvPr/>
        </p:nvSpPr>
        <p:spPr>
          <a:xfrm>
            <a:off x="11362560" y="4716454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5" name="主标题为方正兰亭 , 最大30pt"/>
          <p:cNvSpPr txBox="1"/>
          <p:nvPr>
            <p:custDataLst>
              <p:tags r:id="rId1"/>
            </p:custDataLst>
          </p:nvPr>
        </p:nvSpPr>
        <p:spPr>
          <a:xfrm>
            <a:off x="1042035" y="125788"/>
            <a:ext cx="2929889" cy="512961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</a:rPr>
              <a:t>目标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/>
                <a:ea typeface="微软雅黑"/>
              </a:rPr>
              <a:t>完成情况</a:t>
            </a:r>
            <a:endParaRPr lang="en-US" altLang="zh-CN" sz="20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16" name="椭圆 6"/>
          <p:cNvSpPr/>
          <p:nvPr/>
        </p:nvSpPr>
        <p:spPr>
          <a:xfrm>
            <a:off x="11362560" y="3643305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7" name="椭圆 6"/>
          <p:cNvSpPr/>
          <p:nvPr/>
        </p:nvSpPr>
        <p:spPr>
          <a:xfrm>
            <a:off x="11362560" y="3119240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76473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7888" y="1002844"/>
          <a:ext cx="11814561" cy="5596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312">
                  <a:extLst>
                    <a:ext uri="{9D8B030D-6E8A-4147-A177-3AD203B41FA5}">
                      <a16:colId xmlns:a16="http://schemas.microsoft.com/office/drawing/2014/main" val="232042174"/>
                    </a:ext>
                  </a:extLst>
                </a:gridCol>
                <a:gridCol w="3673600">
                  <a:extLst>
                    <a:ext uri="{9D8B030D-6E8A-4147-A177-3AD203B41FA5}">
                      <a16:colId xmlns:a16="http://schemas.microsoft.com/office/drawing/2014/main" val="725825300"/>
                    </a:ext>
                  </a:extLst>
                </a:gridCol>
                <a:gridCol w="5019675">
                  <a:extLst>
                    <a:ext uri="{9D8B030D-6E8A-4147-A177-3AD203B41FA5}">
                      <a16:colId xmlns:a16="http://schemas.microsoft.com/office/drawing/2014/main" val="1510579945"/>
                    </a:ext>
                  </a:extLst>
                </a:gridCol>
                <a:gridCol w="1704974">
                  <a:extLst>
                    <a:ext uri="{9D8B030D-6E8A-4147-A177-3AD203B41FA5}">
                      <a16:colId xmlns:a16="http://schemas.microsoft.com/office/drawing/2014/main" val="1492211040"/>
                    </a:ext>
                  </a:extLst>
                </a:gridCol>
              </a:tblGrid>
              <a:tr h="486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12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12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进度</a:t>
                      </a:r>
                      <a:endParaRPr lang="zh-CN" altLang="zh-CN" sz="12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zh-CN" sz="12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15434"/>
                  </a:ext>
                </a:extLst>
              </a:tr>
              <a:tr h="730027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第一阶段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内外部洞察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理想开发模式洞察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从理想开发模式看产品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岗位</a:t>
                      </a:r>
                      <a:endParaRPr lang="en-US" altLang="zh-CN" sz="12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72081"/>
                  </a:ext>
                </a:extLst>
              </a:tr>
              <a:tr h="1013930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看行业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对手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外部视角洞察产品</a:t>
                      </a:r>
                      <a:r>
                        <a:rPr lang="en-US" altLang="zh-CN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岗位行业做法</a:t>
                      </a:r>
                      <a:endParaRPr lang="en-US" altLang="zh-CN" sz="12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华为、</a:t>
                      </a:r>
                      <a:r>
                        <a:rPr lang="en-US" altLang="zh-CN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OPPO</a:t>
                      </a: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、海信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465971"/>
                  </a:ext>
                </a:extLst>
              </a:tr>
              <a:tr h="1013930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看自己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岗位现状痛点分析</a:t>
                      </a:r>
                      <a:endParaRPr lang="en-US" altLang="zh-CN" sz="12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方式方法：问卷调研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/KOL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访谈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126610"/>
                  </a:ext>
                </a:extLst>
              </a:tr>
              <a:tr h="1013930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看客户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主要看内部客户：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SPM/VPM/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软件经理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endParaRPr lang="en-US" altLang="zh-CN" sz="1200" b="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方式方法：问卷调研</a:t>
                      </a:r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/KOL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访谈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085241"/>
                  </a:ext>
                </a:extLst>
              </a:tr>
              <a:tr h="44612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第二阶段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认知层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235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 sz="1600"/>
                      </a:pPr>
                      <a:r>
                        <a:rPr lang="zh-CN" altLang="zh-CN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角色定位</a:t>
                      </a:r>
                      <a:r>
                        <a:rPr lang="zh-CN" altLang="en-US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zh-CN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核心价值</a:t>
                      </a:r>
                      <a:r>
                        <a:rPr lang="zh-CN" altLang="en-US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zh-CN" sz="12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300716"/>
                  </a:ext>
                </a:extLst>
              </a:tr>
              <a:tr h="446129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288345"/>
                  </a:ext>
                </a:extLst>
              </a:tr>
              <a:tr h="446129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ASK</a:t>
                      </a:r>
                      <a:r>
                        <a:rPr lang="zh-CN" altLang="en-US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能力模型建立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109083"/>
                  </a:ext>
                </a:extLst>
              </a:tr>
            </a:tbl>
          </a:graphicData>
        </a:graphic>
      </p:graphicFrame>
      <p:sp>
        <p:nvSpPr>
          <p:cNvPr id="5" name="椭圆 6"/>
          <p:cNvSpPr/>
          <p:nvPr/>
        </p:nvSpPr>
        <p:spPr>
          <a:xfrm>
            <a:off x="11015757" y="1737141"/>
            <a:ext cx="206248" cy="20845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9" name="椭圆 6"/>
          <p:cNvSpPr/>
          <p:nvPr/>
        </p:nvSpPr>
        <p:spPr>
          <a:xfrm>
            <a:off x="11015757" y="2624467"/>
            <a:ext cx="206248" cy="20845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0" name="椭圆 6"/>
          <p:cNvSpPr/>
          <p:nvPr/>
        </p:nvSpPr>
        <p:spPr>
          <a:xfrm>
            <a:off x="11017504" y="3724903"/>
            <a:ext cx="206248" cy="20845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1" name="椭圆 6"/>
          <p:cNvSpPr/>
          <p:nvPr/>
        </p:nvSpPr>
        <p:spPr>
          <a:xfrm>
            <a:off x="11015757" y="4726569"/>
            <a:ext cx="206248" cy="20845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2" name="椭圆 6"/>
          <p:cNvSpPr/>
          <p:nvPr/>
        </p:nvSpPr>
        <p:spPr>
          <a:xfrm>
            <a:off x="11017504" y="5843100"/>
            <a:ext cx="206248" cy="20845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3" name="椭圆 6"/>
          <p:cNvSpPr/>
          <p:nvPr/>
        </p:nvSpPr>
        <p:spPr>
          <a:xfrm>
            <a:off x="11015757" y="6308175"/>
            <a:ext cx="206248" cy="20845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4" name="椭圆 6"/>
          <p:cNvSpPr/>
          <p:nvPr/>
        </p:nvSpPr>
        <p:spPr>
          <a:xfrm>
            <a:off x="11015757" y="5378025"/>
            <a:ext cx="206248" cy="20845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5" name="主标题为方正兰亭 , 最大30pt"/>
          <p:cNvSpPr txBox="1"/>
          <p:nvPr>
            <p:custDataLst>
              <p:tags r:id="rId1"/>
            </p:custDataLst>
          </p:nvPr>
        </p:nvSpPr>
        <p:spPr>
          <a:xfrm>
            <a:off x="1042035" y="152975"/>
            <a:ext cx="2929889" cy="458587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/>
                <a:ea typeface="微软雅黑"/>
              </a:rPr>
              <a:t>关键项完成情况</a:t>
            </a:r>
            <a:endParaRPr lang="en-US" altLang="zh-CN" sz="20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1694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24961-F064-44CE-A3DE-53E61887D270}" type="slidenum">
              <a:rPr lang="zh-CN" altLang="en-US" smtClean="0"/>
              <a:t>3</a:t>
            </a:fld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825978"/>
              </p:ext>
            </p:extLst>
          </p:nvPr>
        </p:nvGraphicFramePr>
        <p:xfrm>
          <a:off x="82163" y="706064"/>
          <a:ext cx="11814561" cy="5980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312">
                  <a:extLst>
                    <a:ext uri="{9D8B030D-6E8A-4147-A177-3AD203B41FA5}">
                      <a16:colId xmlns:a16="http://schemas.microsoft.com/office/drawing/2014/main" val="232042174"/>
                    </a:ext>
                  </a:extLst>
                </a:gridCol>
                <a:gridCol w="3376247">
                  <a:extLst>
                    <a:ext uri="{9D8B030D-6E8A-4147-A177-3AD203B41FA5}">
                      <a16:colId xmlns:a16="http://schemas.microsoft.com/office/drawing/2014/main" val="725825300"/>
                    </a:ext>
                  </a:extLst>
                </a:gridCol>
                <a:gridCol w="6333082">
                  <a:extLst>
                    <a:ext uri="{9D8B030D-6E8A-4147-A177-3AD203B41FA5}">
                      <a16:colId xmlns:a16="http://schemas.microsoft.com/office/drawing/2014/main" val="1510579945"/>
                    </a:ext>
                  </a:extLst>
                </a:gridCol>
                <a:gridCol w="688920">
                  <a:extLst>
                    <a:ext uri="{9D8B030D-6E8A-4147-A177-3AD203B41FA5}">
                      <a16:colId xmlns:a16="http://schemas.microsoft.com/office/drawing/2014/main" val="1492211040"/>
                    </a:ext>
                  </a:extLst>
                </a:gridCol>
              </a:tblGrid>
              <a:tr h="529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12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12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进度</a:t>
                      </a:r>
                      <a:endParaRPr lang="zh-CN" altLang="zh-CN" sz="12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zh-CN" sz="12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15434"/>
                  </a:ext>
                </a:extLst>
              </a:tr>
              <a:tr h="793568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第三阶段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规范层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业务流程与其他相关角色的职责边界梳理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相关流程梳理 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流程完善与变更 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进行中，</a:t>
                      </a:r>
                      <a:r>
                        <a:rPr lang="zh-CN" altLang="en-US" sz="1100" kern="12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完成度</a:t>
                      </a:r>
                      <a:r>
                        <a:rPr lang="en-US" altLang="zh-CN" sz="1100" kern="12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90%</a:t>
                      </a:r>
                      <a:endParaRPr lang="zh-CN" altLang="en-US" sz="1100" kern="1200" baseline="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662776"/>
                  </a:ext>
                </a:extLst>
              </a:tr>
              <a:tr h="12778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培养和发展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成长路径制定 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</a:t>
                      </a: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1100" baseline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4"/>
                        </a:rPr>
                        <a:t>产品</a:t>
                      </a:r>
                      <a:r>
                        <a:rPr lang="en-US" altLang="zh-CN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4"/>
                        </a:rPr>
                        <a:t>SE </a:t>
                      </a:r>
                      <a:r>
                        <a:rPr lang="zh-CN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4"/>
                        </a:rPr>
                        <a:t>发展路径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领域知识清单 </a:t>
                      </a: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</a:t>
                      </a: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1100" baseline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同系统</a:t>
                      </a: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SEG</a:t>
                      </a: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共同输出：</a:t>
                      </a: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https://docs.qq.com/sheet/DWXpnT3hFbElVeHh0?tab=i5eef7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468151"/>
                  </a:ext>
                </a:extLst>
              </a:tr>
              <a:tr h="793568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进行场景经验萃取、沉淀到作战手册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作战手册制定</a:t>
                      </a: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 </a:t>
                      </a:r>
                      <a:r>
                        <a:rPr lang="zh-CN" altLang="en-US" sz="11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进行中，完成度</a:t>
                      </a:r>
                      <a:r>
                        <a:rPr lang="en-US" altLang="zh-CN" sz="11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80%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5"/>
                        </a:rPr>
                        <a:t>产品</a:t>
                      </a:r>
                      <a:r>
                        <a:rPr lang="en-US" altLang="zh-CN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5"/>
                        </a:rPr>
                        <a:t>SE</a:t>
                      </a:r>
                      <a:r>
                        <a:rPr lang="zh-CN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5"/>
                        </a:rPr>
                        <a:t>作战手册</a:t>
                      </a:r>
                      <a:endParaRPr lang="en-US" altLang="zh-CN" sz="1100" baseline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作战手册培训 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 </a:t>
                      </a:r>
                      <a:r>
                        <a:rPr lang="zh-CN" altLang="en-US" sz="110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进行中，完成度</a:t>
                      </a:r>
                      <a:r>
                        <a:rPr lang="en-US" altLang="zh-CN" sz="110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60%</a:t>
                      </a:r>
                      <a:endParaRPr lang="zh-CN" altLang="en-US" sz="110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876489"/>
                  </a:ext>
                </a:extLst>
              </a:tr>
              <a:tr h="1113242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岗位标杆打造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标杆方案发布 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80975" marR="0" lvl="0" indent="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6"/>
                        </a:rPr>
                        <a:t>产品</a:t>
                      </a:r>
                      <a:r>
                        <a:rPr lang="en-US" altLang="zh-CN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6"/>
                        </a:rPr>
                        <a:t>SE</a:t>
                      </a:r>
                      <a:r>
                        <a:rPr lang="zh-CN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6"/>
                        </a:rPr>
                        <a:t>标杆方案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标杆方案指标制定 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180975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https://docs.qq.com/sheet/DV21tSWVUclROVER3?tab=oal4fh</a:t>
                      </a: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标杆指标收集与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review –</a:t>
                      </a: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进行中，周例会</a:t>
                      </a:r>
                      <a:r>
                        <a:rPr lang="en-US" altLang="zh-CN" sz="11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review</a:t>
                      </a:r>
                      <a:endParaRPr lang="zh-CN" altLang="en-US" sz="110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937639"/>
                  </a:ext>
                </a:extLst>
              </a:tr>
              <a:tr h="484960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角色与能力模型嵌入任职资格标准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未进行，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Follow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软工安排，预计在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Q4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职级评审后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873082"/>
                  </a:ext>
                </a:extLst>
              </a:tr>
              <a:tr h="48496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第四阶段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执行层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基于产品线的业务变革与团队调整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endParaRPr lang="zh-CN" altLang="en-US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351904"/>
                  </a:ext>
                </a:extLst>
              </a:tr>
              <a:tr h="503803">
                <a:tc vMerge="1">
                  <a:txBody>
                    <a:bodyPr/>
                    <a:lstStyle/>
                    <a:p>
                      <a:pPr algn="ctr"/>
                      <a:endParaRPr lang="en-US" altLang="zh-CN" sz="11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岗位培训课程制定与实施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技术领域知识清单 </a:t>
                      </a:r>
                      <a:r>
                        <a:rPr lang="en-US" altLang="zh-CN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</a:t>
                      </a: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1100" baseline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基于领域知识清单，完成专业培训课程</a:t>
                      </a:r>
                      <a:r>
                        <a:rPr lang="zh-CN" altLang="en-US" sz="11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制定</a:t>
                      </a:r>
                      <a:r>
                        <a:rPr lang="zh-CN" altLang="en-US" sz="1100" kern="12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100" kern="12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– </a:t>
                      </a:r>
                      <a:r>
                        <a:rPr lang="zh-CN" altLang="en-US" sz="1100" kern="12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进行中</a:t>
                      </a:r>
                      <a:endParaRPr lang="en-US" altLang="zh-CN" sz="1100" kern="1200" baseline="0" dirty="0" smtClean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92790"/>
                  </a:ext>
                </a:extLst>
              </a:tr>
            </a:tbl>
          </a:graphicData>
        </a:graphic>
      </p:graphicFrame>
      <p:sp>
        <p:nvSpPr>
          <p:cNvPr id="5" name="椭圆 6"/>
          <p:cNvSpPr/>
          <p:nvPr/>
        </p:nvSpPr>
        <p:spPr>
          <a:xfrm>
            <a:off x="11466838" y="1563719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6" name="主标题为方正兰亭 , 最大30pt"/>
          <p:cNvSpPr txBox="1"/>
          <p:nvPr>
            <p:custDataLst>
              <p:tags r:id="rId1"/>
            </p:custDataLst>
          </p:nvPr>
        </p:nvSpPr>
        <p:spPr>
          <a:xfrm>
            <a:off x="1042035" y="152975"/>
            <a:ext cx="2929889" cy="458587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/>
                <a:ea typeface="微软雅黑"/>
              </a:rPr>
              <a:t>关键项完成情况</a:t>
            </a:r>
            <a:endParaRPr lang="en-US" altLang="zh-CN" sz="20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1466838" y="3504959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8" name="椭圆 6"/>
          <p:cNvSpPr/>
          <p:nvPr/>
        </p:nvSpPr>
        <p:spPr>
          <a:xfrm>
            <a:off x="11466838" y="4415110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0" name="椭圆 6"/>
          <p:cNvSpPr/>
          <p:nvPr/>
        </p:nvSpPr>
        <p:spPr>
          <a:xfrm>
            <a:off x="11466838" y="5385730"/>
            <a:ext cx="206248" cy="20845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1" name="椭圆 6"/>
          <p:cNvSpPr/>
          <p:nvPr/>
        </p:nvSpPr>
        <p:spPr>
          <a:xfrm>
            <a:off x="11466838" y="5867862"/>
            <a:ext cx="206248" cy="20845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2" name="椭圆 6"/>
          <p:cNvSpPr/>
          <p:nvPr/>
        </p:nvSpPr>
        <p:spPr>
          <a:xfrm>
            <a:off x="11466838" y="6377260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  <p:sp>
        <p:nvSpPr>
          <p:cNvPr id="13" name="椭圆 6"/>
          <p:cNvSpPr/>
          <p:nvPr/>
        </p:nvSpPr>
        <p:spPr>
          <a:xfrm>
            <a:off x="11466838" y="2534339"/>
            <a:ext cx="206248" cy="208450"/>
          </a:xfrm>
          <a:prstGeom prst="ellipse">
            <a:avLst/>
          </a:prstGeom>
          <a:solidFill>
            <a:srgbClr val="98FA1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/>
            <a:endParaRPr lang="zh-CN" altLang="zh-CN">
              <a:highlight>
                <a:srgbClr val="403ED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4798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24961-F064-44CE-A3DE-53E61887D270}" type="slidenum">
              <a:rPr lang="zh-CN" altLang="en-US" smtClean="0"/>
              <a:t>4</a:t>
            </a:fld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1252"/>
              </p:ext>
            </p:extLst>
          </p:nvPr>
        </p:nvGraphicFramePr>
        <p:xfrm>
          <a:off x="279745" y="638746"/>
          <a:ext cx="11509377" cy="6082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510">
                  <a:extLst>
                    <a:ext uri="{9D8B030D-6E8A-4147-A177-3AD203B41FA5}">
                      <a16:colId xmlns:a16="http://schemas.microsoft.com/office/drawing/2014/main" val="3679957722"/>
                    </a:ext>
                  </a:extLst>
                </a:gridCol>
                <a:gridCol w="2054442">
                  <a:extLst>
                    <a:ext uri="{9D8B030D-6E8A-4147-A177-3AD203B41FA5}">
                      <a16:colId xmlns:a16="http://schemas.microsoft.com/office/drawing/2014/main" val="1922339930"/>
                    </a:ext>
                  </a:extLst>
                </a:gridCol>
                <a:gridCol w="2285452">
                  <a:extLst>
                    <a:ext uri="{9D8B030D-6E8A-4147-A177-3AD203B41FA5}">
                      <a16:colId xmlns:a16="http://schemas.microsoft.com/office/drawing/2014/main" val="164695548"/>
                    </a:ext>
                  </a:extLst>
                </a:gridCol>
                <a:gridCol w="4731488">
                  <a:extLst>
                    <a:ext uri="{9D8B030D-6E8A-4147-A177-3AD203B41FA5}">
                      <a16:colId xmlns:a16="http://schemas.microsoft.com/office/drawing/2014/main" val="2093881701"/>
                    </a:ext>
                  </a:extLst>
                </a:gridCol>
                <a:gridCol w="869485">
                  <a:extLst>
                    <a:ext uri="{9D8B030D-6E8A-4147-A177-3AD203B41FA5}">
                      <a16:colId xmlns:a16="http://schemas.microsoft.com/office/drawing/2014/main" val="3939741908"/>
                    </a:ext>
                  </a:extLst>
                </a:gridCol>
              </a:tblGrid>
              <a:tr h="33713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偏差项</a:t>
                      </a: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弱化项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偏差</a:t>
                      </a: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弱化描述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根因分析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改善措施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完成时间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682203"/>
                  </a:ext>
                </a:extLst>
              </a:tr>
              <a:tr h="27786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方案设计能力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方案设计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不足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仅参与</a:t>
                      </a:r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NPI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概要设计，无平台、解决方案设计，方案设计实践少</a:t>
                      </a:r>
                    </a:p>
                    <a:p>
                      <a:pPr marL="228600" indent="-228600" algn="l">
                        <a:buAutoNum type="arabicPeriod"/>
                      </a:pP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lvl="0" indent="-2286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方案设计能力较弱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缺少解决方案技术沉淀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缺少平台方案设计经验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indent="-228600" algn="l">
                        <a:buAutoNum type="arabicPeriod"/>
                      </a:pP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NPI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概要设计模板和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checklist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更新，牵引产品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思考项目关键抓手和质量策略等措施，提高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NPI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方案设计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通过标杆方案指标，牵引大家输出解决方案的技术沉淀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通过产品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看护领域，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让大家更多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进行整体解决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方案设计，重点思考：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整机开发方案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预抄写方案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产品配置方案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共仓方案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分支管理方案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全球统一版本方案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内置视频方案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预编译方案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分区方案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63525" lvl="1" indent="-84138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升级方案</a:t>
                      </a:r>
                      <a:endParaRPr lang="en-US" altLang="zh-CN" sz="11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11/30</a:t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274477"/>
                  </a:ext>
                </a:extLst>
              </a:tr>
              <a:tr h="6206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技术洞察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缺少技术洞察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仅关注项目交付，技术洞察投入少</a:t>
                      </a:r>
                      <a:endParaRPr lang="en-US" altLang="zh-CN" sz="1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内部研讨确认洞察课题，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Q4 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篇输出</a:t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12/30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251754"/>
                  </a:ext>
                </a:extLst>
              </a:tr>
              <a:tr h="826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技术攻关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</a:t>
                      </a:r>
                      <a:r>
                        <a:rPr lang="zh-CN" altLang="en-US" sz="11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技术攻关能力不足，攻关偏向资源拉通</a:t>
                      </a:r>
                      <a:endParaRPr lang="en-US" altLang="zh-CN" sz="11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en-US" altLang="zh-CN" sz="11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 </a:t>
                      </a:r>
                      <a:r>
                        <a:rPr lang="zh-CN" altLang="en-US" sz="11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技术攻关沉淀少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技术深度不足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技术决策力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领导力不足</a:t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通过标杆方案指标牵引产品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block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问题、疑难问题分析，并逐步输出技术沉淀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建立产品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SEG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攻关流程，对于无法解决问题上升攻关，形成攻关技术氛围</a:t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12/30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182133"/>
                  </a:ext>
                </a:extLst>
              </a:tr>
              <a:tr h="89266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强技术竞争力的交付能力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strike="noStrike" spc="0" dirty="0" smtClean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强技术竞争力的能力</a:t>
                      </a:r>
                      <a:r>
                        <a:rPr lang="zh-CN" altLang="en-US" sz="1100" b="0" i="0" strike="noStrike" spc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不足</a:t>
                      </a:r>
                      <a:endParaRPr lang="zh-CN" altLang="zh-CN" sz="1100" b="0" i="0" strike="noStrike" spc="0" dirty="0" smtClean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仅关注产品交付，对产品技术竞争力关注不足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灵悉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OS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需求质量指标和流程建设，改善需求上车质量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完善需求上车流程和评审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checklist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，产品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需要更多关注需求设计质量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11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非解决关闭问题优化</a:t>
                      </a:r>
                      <a:endParaRPr lang="en-US" altLang="zh-CN" sz="1100" baseline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进行稳定性、性能测试用例的优化，关注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DFX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</a:t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12/20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722271"/>
                  </a:ext>
                </a:extLst>
              </a:tr>
              <a:tr h="62668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全生命周期质量管理能力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仅关注实验室质量，用户态质量关注度不够</a:t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用户态质量意识不足</a:t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在线质量流程梳理迭代、线上看板工具的优化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售后流程、媒体问题闭环流程优化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灵悉</a:t>
                      </a:r>
                      <a:r>
                        <a:rPr lang="en-US" altLang="zh-CN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beta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版本的试运行</a:t>
                      </a:r>
                      <a:endParaRPr lang="en-US" altLang="zh-CN" sz="11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1/10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512558"/>
                  </a:ext>
                </a:extLst>
              </a:tr>
            </a:tbl>
          </a:graphicData>
        </a:graphic>
      </p:graphicFrame>
      <p:sp>
        <p:nvSpPr>
          <p:cNvPr id="4" name="主标题为方正兰亭 , 最大30pt"/>
          <p:cNvSpPr txBox="1"/>
          <p:nvPr>
            <p:custDataLst>
              <p:tags r:id="rId1"/>
            </p:custDataLst>
          </p:nvPr>
        </p:nvSpPr>
        <p:spPr>
          <a:xfrm>
            <a:off x="1042035" y="125788"/>
            <a:ext cx="3020918" cy="512961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/>
                <a:ea typeface="微软雅黑"/>
              </a:rPr>
              <a:t>产品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/>
                <a:ea typeface="微软雅黑"/>
              </a:rPr>
              <a:t>SE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/>
                <a:ea typeface="微软雅黑"/>
              </a:rPr>
              <a:t>能力提升弱项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</a:rPr>
              <a:t>分析</a:t>
            </a:r>
            <a:endParaRPr lang="en-US" altLang="zh-CN" sz="20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00512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43186" y="6111102"/>
            <a:ext cx="19078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1200">
                <a:solidFill>
                  <a:srgbClr val="898989"/>
                </a:solidFill>
                <a:latin typeface="FZLanTingHei-M-GBK"/>
                <a:ea typeface="FZLanTingHei-M-GBK"/>
              </a:rPr>
              <a:t>Speaker name and title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hkMDFjMDljYzlkYTQyMGYyZDliZjE5M2VjYzI3OWYifQ=="/>
  <p:tag name="KSO_WPP_MARK_KEY" val="ce11c237-3b11-4306-bba6-29066b3c644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lang="zh-CN" altLang="en-US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34368</TotalTime>
  <Words>920</Words>
  <Application>Microsoft Office PowerPoint</Application>
  <PresentationFormat>宽屏</PresentationFormat>
  <Paragraphs>146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FZLanTingHei-M-GBK</vt:lpstr>
      <vt:lpstr>Microsoft YaHei UI</vt:lpstr>
      <vt:lpstr>等线</vt:lpstr>
      <vt:lpstr>等线</vt:lpstr>
      <vt:lpstr>等线 Light</vt:lpstr>
      <vt:lpstr>微软雅黑</vt:lpstr>
      <vt:lpstr>Arial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w1683</dc:creator>
  <cp:lastModifiedBy>曾泽欢</cp:lastModifiedBy>
  <cp:revision>746</cp:revision>
  <cp:lastPrinted>2021-06-11T08:12:00Z</cp:lastPrinted>
  <dcterms:created xsi:type="dcterms:W3CDTF">2021-06-11T08:12:00Z</dcterms:created>
  <dcterms:modified xsi:type="dcterms:W3CDTF">2023-11-08T01:04:32Z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2052-11.1.0.12650</vt:lpwstr>
  </property>
  <property fmtid="{D5CDD505-2E9C-101B-9397-08002B2CF9AE}" pid="3" name="ICV">
    <vt:lpwstr>541D5C0E2EAA4EE8947A3B3BD8994828</vt:lpwstr>
  </property>
</Properties>
</file>